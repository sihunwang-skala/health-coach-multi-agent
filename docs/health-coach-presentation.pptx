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1a4d44b2d4188" /><Relationship Type="http://schemas.openxmlformats.org/officeDocument/2006/relationships/extended-properties" Target="/docProps/app.xml" Id="R5f9d06f327114fed" /><Relationship Type="http://schemas.openxmlformats.org/officeDocument/2006/relationships/officeDocument" Target="/ppt/presentation.xml" Id="Rcdbeef6c1a14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f06dc3ff644f1"/>
  </p:sldMasterIdLst>
  <p:notesMasterIdLst>
    <p:notesMasterId xmlns:r="http://schemas.openxmlformats.org/officeDocument/2006/relationships" r:id="R29c9dbf3ebe44a17"/>
  </p:notesMasterIdLst>
  <p:sldIdLst>
    <p:sldId xmlns:r="http://schemas.openxmlformats.org/officeDocument/2006/relationships" id="256" r:id="Rc7c57fb9cc26401e"/>
    <p:sldId xmlns:r="http://schemas.openxmlformats.org/officeDocument/2006/relationships" id="257" r:id="Rff9295d146434a5b"/>
    <p:sldId xmlns:r="http://schemas.openxmlformats.org/officeDocument/2006/relationships" id="258" r:id="R8ac99aa3958644f1"/>
    <p:sldId xmlns:r="http://schemas.openxmlformats.org/officeDocument/2006/relationships" id="259" r:id="R57f422932e684bb3"/>
    <p:sldId xmlns:r="http://schemas.openxmlformats.org/officeDocument/2006/relationships" id="260" r:id="R3f8e1d751b734639"/>
    <p:sldId xmlns:r="http://schemas.openxmlformats.org/officeDocument/2006/relationships" id="261" r:id="Rf7b0223eb1e848a3"/>
    <p:sldId xmlns:r="http://schemas.openxmlformats.org/officeDocument/2006/relationships" id="262" r:id="Rf32c41c1f12f4a92"/>
    <p:sldId xmlns:r="http://schemas.openxmlformats.org/officeDocument/2006/relationships" id="263" r:id="R5f31a0be0ebd43c1"/>
    <p:sldId xmlns:r="http://schemas.openxmlformats.org/officeDocument/2006/relationships" id="264" r:id="Re2f61be856774c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f9cdcdfcc4569" /><Relationship Type="http://schemas.openxmlformats.org/officeDocument/2006/relationships/slideMaster" Target="/ppt/slideMasters/slideMaster1.xml" Id="R5e3f06dc3ff644f1" /><Relationship Type="http://schemas.openxmlformats.org/officeDocument/2006/relationships/notesMaster" Target="/ppt/notesMasters/notesMaster1.xml" Id="R29c9dbf3ebe44a17" /><Relationship Type="http://schemas.openxmlformats.org/officeDocument/2006/relationships/presProps" Target="/ppt/presProps.xml" Id="R75f9e442cdba4a6e" /><Relationship Type="http://schemas.openxmlformats.org/officeDocument/2006/relationships/tableStyles" Target="/ppt/tableStyles.xml" Id="R20b939b6e4a94547" /><Relationship Type="http://schemas.openxmlformats.org/officeDocument/2006/relationships/slide" Target="/ppt/slides/slide1.xml" Id="Rc7c57fb9cc26401e" /><Relationship Type="http://schemas.openxmlformats.org/officeDocument/2006/relationships/slide" Target="/ppt/slides/slide2.xml" Id="Rff9295d146434a5b" /><Relationship Type="http://schemas.openxmlformats.org/officeDocument/2006/relationships/slide" Target="/ppt/slides/slide3.xml" Id="R8ac99aa3958644f1" /><Relationship Type="http://schemas.openxmlformats.org/officeDocument/2006/relationships/slide" Target="/ppt/slides/slide4.xml" Id="R57f422932e684bb3" /><Relationship Type="http://schemas.openxmlformats.org/officeDocument/2006/relationships/slide" Target="/ppt/slides/slide5.xml" Id="R3f8e1d751b734639" /><Relationship Type="http://schemas.openxmlformats.org/officeDocument/2006/relationships/slide" Target="/ppt/slides/slide6.xml" Id="Rf7b0223eb1e848a3" /><Relationship Type="http://schemas.openxmlformats.org/officeDocument/2006/relationships/slide" Target="/ppt/slides/slide7.xml" Id="Rf32c41c1f12f4a92" /><Relationship Type="http://schemas.openxmlformats.org/officeDocument/2006/relationships/slide" Target="/ppt/slides/slide8.xml" Id="R5f31a0be0ebd43c1" /><Relationship Type="http://schemas.openxmlformats.org/officeDocument/2006/relationships/slide" Target="/ppt/slides/slide9.xml" Id="Re2f61be85677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7a0b0caac8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8a44325524f83" /><Relationship Type="http://schemas.openxmlformats.org/officeDocument/2006/relationships/notesMaster" Target="/ppt/notesMasters/notesMaster1.xml" Id="Rc8ff4b2eb72e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968eceb7f346ff" /><Relationship Type="http://schemas.openxmlformats.org/officeDocument/2006/relationships/notesMaster" Target="/ppt/notesMasters/notesMaster1.xml" Id="R090365ced56048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7b96b34ab4414" /><Relationship Type="http://schemas.openxmlformats.org/officeDocument/2006/relationships/notesMaster" Target="/ppt/notesMasters/notesMaster1.xml" Id="Rad2c2e9a4a50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0e070b9334a34" /><Relationship Type="http://schemas.openxmlformats.org/officeDocument/2006/relationships/notesMaster" Target="/ppt/notesMasters/notesMaster1.xml" Id="R98e96a723a96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495cbe18d4f18" /><Relationship Type="http://schemas.openxmlformats.org/officeDocument/2006/relationships/notesMaster" Target="/ppt/notesMasters/notesMaster1.xml" Id="R1d213a5aa6ea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1f68eb0504e83" /><Relationship Type="http://schemas.openxmlformats.org/officeDocument/2006/relationships/notesMaster" Target="/ppt/notesMasters/notesMaster1.xml" Id="R595960d51a324a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14bd23fcc42b6" /><Relationship Type="http://schemas.openxmlformats.org/officeDocument/2006/relationships/notesMaster" Target="/ppt/notesMasters/notesMaster1.xml" Id="R658911a677374c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50fd34c884ce3" /><Relationship Type="http://schemas.openxmlformats.org/officeDocument/2006/relationships/notesMaster" Target="/ppt/notesMasters/notesMaster1.xml" Id="R83ec9812d7ba48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eef667d3354d8c" /><Relationship Type="http://schemas.openxmlformats.org/officeDocument/2006/relationships/notesMaster" Target="/ppt/notesMasters/notesMaster1.xml" Id="Rf964bdcb13e1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f3cd98cc342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16d4bdfad44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b0a6b4fc64d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19d023afd48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30bf12832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9729997e7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32464-5040-4C7D-AD86-75396462C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38FAE5-FD05-4EA2-9CAF-C49282195B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15E4DF-3BC0-4D64-984B-B89EDE534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CF8B25-B81B-4DBB-A667-8FC3368E1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E1E7BB-F852-417E-AA3B-BEFCD9B376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D3AD43-D328-437A-833A-37F544390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07B9CC-50D3-4F27-84A9-7296A2C7FF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971637-0195-4E63-96C7-B672449268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269DC-ED8A-4DC4-9809-D0588D9ED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4CCBF6-3876-4EF2-9B70-A4F0AD6DBE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372c01d3f4725" /><Relationship Type="http://schemas.openxmlformats.org/officeDocument/2006/relationships/slideLayout" Target="/ppt/slideLayouts/slideLayout1.xml" Id="R3bd9163a77c54b33" /><Relationship Type="http://schemas.openxmlformats.org/officeDocument/2006/relationships/slideLayout" Target="/ppt/slideLayouts/slideLayout2.xml" Id="Ra60b34e4d8d846f7" /><Relationship Type="http://schemas.openxmlformats.org/officeDocument/2006/relationships/slideLayout" Target="/ppt/slideLayouts/slideLayout3.xml" Id="R6c8edc18c5d041fb" /><Relationship Type="http://schemas.openxmlformats.org/officeDocument/2006/relationships/slideLayout" Target="/ppt/slideLayouts/slideLayout4.xml" Id="R3f04402750934140" /><Relationship Type="http://schemas.openxmlformats.org/officeDocument/2006/relationships/slideLayout" Target="/ppt/slideLayouts/slideLayout5.xml" Id="R77356b9f0c314e4e" /><Relationship Type="http://schemas.openxmlformats.org/officeDocument/2006/relationships/slideLayout" Target="/ppt/slideLayouts/slideLayout6.xml" Id="Rb82238a9b76a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9163a77c54b33"/>
    <p:sldLayoutId xmlns:r="http://schemas.openxmlformats.org/officeDocument/2006/relationships" id="2147483650" r:id="Ra60b34e4d8d846f7"/>
    <p:sldLayoutId xmlns:r="http://schemas.openxmlformats.org/officeDocument/2006/relationships" id="2147483651" r:id="R6c8edc18c5d041fb"/>
    <p:sldLayoutId xmlns:r="http://schemas.openxmlformats.org/officeDocument/2006/relationships" id="2147483652" r:id="R3f04402750934140"/>
    <p:sldLayoutId xmlns:r="http://schemas.openxmlformats.org/officeDocument/2006/relationships" id="2147483653" r:id="R77356b9f0c314e4e"/>
    <p:sldLayoutId xmlns:r="http://schemas.openxmlformats.org/officeDocument/2006/relationships" id="2147483654" r:id="Rb82238a9b76a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7ce8f429149dc" /><Relationship Type="http://schemas.openxmlformats.org/officeDocument/2006/relationships/notesSlide" Target="/ppt/notesSlides/notesSlide1.xml" Id="R91b66323069345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ad6d9d35a4277" /><Relationship Type="http://schemas.openxmlformats.org/officeDocument/2006/relationships/notesSlide" Target="/ppt/notesSlides/notesSlide2.xml" Id="Rdb0793467e0c4d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78e73a3ec4b75" /><Relationship Type="http://schemas.openxmlformats.org/officeDocument/2006/relationships/notesSlide" Target="/ppt/notesSlides/notesSlide3.xml" Id="R4fd8383cbdea49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0470c948b442c" /><Relationship Type="http://schemas.openxmlformats.org/officeDocument/2006/relationships/notesSlide" Target="/ppt/notesSlides/notesSlide4.xml" Id="Rec5a2e2ddb064f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95463a6d04738" /><Relationship Type="http://schemas.openxmlformats.org/officeDocument/2006/relationships/notesSlide" Target="/ppt/notesSlides/notesSlide5.xml" Id="R684a5acbbbb54b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dcc5217e6403c" /><Relationship Type="http://schemas.openxmlformats.org/officeDocument/2006/relationships/notesSlide" Target="/ppt/notesSlides/notesSlide6.xml" Id="R65a54c8e9da74b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548ccf7fa4345" /><Relationship Type="http://schemas.openxmlformats.org/officeDocument/2006/relationships/notesSlide" Target="/ppt/notesSlides/notesSlide7.xml" Id="Rec39ae2c97c243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1bd4a41d74a9a" /><Relationship Type="http://schemas.openxmlformats.org/officeDocument/2006/relationships/notesSlide" Target="/ppt/notesSlides/notesSlide8.xml" Id="R286e8bb3ca11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410a3c7404549" /><Relationship Type="http://schemas.openxmlformats.org/officeDocument/2006/relationships/notesSlide" Target="/ppt/notesSlides/notesSlide9.xml" Id="R977eeeddfb3946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22433-5650-4BF4-B26B-074FC7E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53091-64C8-4667-A07C-843DD46A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766E"/>
                </a:solidFill>
              </a:defRPr>
            </a:defPPr>
            <a:lvl1pPr>
              <a:defRPr sz="1125" b="1">
                <a:solidFill>
                  <a:srgbClr val="0F766E"/>
                </a:solidFill>
              </a:defRPr>
            </a:lvl1pPr>
            <a:lvl2pPr>
              <a:defRPr sz="1125" b="1">
                <a:solidFill>
                  <a:srgbClr val="0F766E"/>
                </a:solidFill>
              </a:defRPr>
            </a:lvl2pPr>
            <a:lvl3pPr>
              <a:defRPr sz="1125" b="1">
                <a:solidFill>
                  <a:srgbClr val="0F766E"/>
                </a:solidFill>
              </a:defRPr>
            </a:lvl3pPr>
            <a:lvl4pPr>
              <a:defRPr sz="1125" b="1">
                <a:solidFill>
                  <a:srgbClr val="0F766E"/>
                </a:solidFill>
              </a:defRPr>
            </a:lvl4pPr>
            <a:lvl5pPr>
              <a:defRPr sz="1125" b="1">
                <a:solidFill>
                  <a:srgbClr val="0F766E"/>
                </a:solidFill>
              </a:defRPr>
            </a:lvl5pPr>
            <a:lvl6pPr>
              <a:defRPr sz="1125" b="1">
                <a:solidFill>
                  <a:srgbClr val="0F766E"/>
                </a:solidFill>
              </a:defRPr>
            </a:lvl6pPr>
            <a:lvl7pPr>
              <a:defRPr sz="1125" b="1">
                <a:solidFill>
                  <a:srgbClr val="0F766E"/>
                </a:solidFill>
              </a:defRPr>
            </a:lvl7pPr>
            <a:lvl8pPr>
              <a:defRPr sz="1125" b="1">
                <a:solidFill>
                  <a:srgbClr val="0F766E"/>
                </a:solidFill>
              </a:defRPr>
            </a:lvl8pPr>
            <a:lvl9pPr>
              <a:defRPr sz="11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AI SERVICE MINI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FC443-C9C2-474F-BCAF-BB475EFB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F172A"/>
                </a:solidFill>
              </a:defRPr>
            </a:defPPr>
            <a:lvl1pPr>
              <a:defRPr sz="3300" b="1">
                <a:solidFill>
                  <a:srgbClr val="0F172A"/>
                </a:solidFill>
              </a:defRPr>
            </a:lvl1pPr>
            <a:lvl2pPr>
              <a:defRPr sz="3300" b="1">
                <a:solidFill>
                  <a:srgbClr val="0F172A"/>
                </a:solidFill>
              </a:defRPr>
            </a:lvl2pPr>
            <a:lvl3pPr>
              <a:defRPr sz="3300" b="1">
                <a:solidFill>
                  <a:srgbClr val="0F172A"/>
                </a:solidFill>
              </a:defRPr>
            </a:lvl3pPr>
            <a:lvl4pPr>
              <a:defRPr sz="3300" b="1">
                <a:solidFill>
                  <a:srgbClr val="0F172A"/>
                </a:solidFill>
              </a:defRPr>
            </a:lvl4pPr>
            <a:lvl5pPr>
              <a:defRPr sz="3300" b="1">
                <a:solidFill>
                  <a:srgbClr val="0F172A"/>
                </a:solidFill>
              </a:defRPr>
            </a:lvl5pPr>
            <a:lvl6pPr>
              <a:defRPr sz="3300" b="1">
                <a:solidFill>
                  <a:srgbClr val="0F172A"/>
                </a:solidFill>
              </a:defRPr>
            </a:lvl6pPr>
            <a:lvl7pPr>
              <a:defRPr sz="3300" b="1">
                <a:solidFill>
                  <a:srgbClr val="0F172A"/>
                </a:solidFill>
              </a:defRPr>
            </a:lvl7pPr>
            <a:lvl8pPr>
              <a:defRPr sz="3300" b="1">
                <a:solidFill>
                  <a:srgbClr val="0F172A"/>
                </a:solidFill>
              </a:defRPr>
            </a:lvl8pPr>
            <a:lvl9pPr>
              <a:defRPr sz="33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고령 당뇨 환자를 위한</a:t>
            </a:r>
          </a:p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식단·운동 코칭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01E50-554B-448C-89B5-488298E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</a:defRPr>
            </a:defPPr>
            <a:lvl1pPr>
              <a:defRPr sz="1800" b="0">
                <a:solidFill>
                  <a:srgbClr val="475569"/>
                </a:solidFill>
              </a:defRPr>
            </a:lvl1pPr>
            <a:lvl2pPr>
              <a:defRPr sz="1800" b="0">
                <a:solidFill>
                  <a:srgbClr val="475569"/>
                </a:solidFill>
              </a:defRPr>
            </a:lvl2pPr>
            <a:lvl3pPr>
              <a:defRPr sz="1800" b="0">
                <a:solidFill>
                  <a:srgbClr val="475569"/>
                </a:solidFill>
              </a:defRPr>
            </a:lvl3pPr>
            <a:lvl4pPr>
              <a:defRPr sz="1800" b="0">
                <a:solidFill>
                  <a:srgbClr val="475569"/>
                </a:solidFill>
              </a:defRPr>
            </a:lvl4pPr>
            <a:lvl5pPr>
              <a:defRPr sz="1800" b="0">
                <a:solidFill>
                  <a:srgbClr val="475569"/>
                </a:solidFill>
              </a:defRPr>
            </a:lvl5pPr>
            <a:lvl6pPr>
              <a:defRPr sz="1800" b="0">
                <a:solidFill>
                  <a:srgbClr val="475569"/>
                </a:solidFill>
              </a:defRPr>
            </a:lvl6pPr>
            <a:lvl7pPr>
              <a:defRPr sz="1800" b="0">
                <a:solidFill>
                  <a:srgbClr val="475569"/>
                </a:solidFill>
              </a:defRPr>
            </a:lvl7pPr>
            <a:lvl8pPr>
              <a:defRPr sz="1800" b="0">
                <a:solidFill>
                  <a:srgbClr val="475569"/>
                </a:solidFill>
              </a:defRPr>
            </a:lvl8pPr>
            <a:lvl9pPr>
              <a:defRPr sz="18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근거 기반 Multi-Agent + Agentic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D1553-051F-44F5-A89F-B02D537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</a:defRPr>
            </a:defPPr>
            <a:lvl1pPr>
              <a:defRPr sz="1200" b="0">
                <a:solidFill>
                  <a:srgbClr val="64748B"/>
                </a:solidFill>
              </a:defRPr>
            </a:lvl1pPr>
            <a:lvl2pPr>
              <a:defRPr sz="1200" b="0">
                <a:solidFill>
                  <a:srgbClr val="64748B"/>
                </a:solidFill>
              </a:defRPr>
            </a:lvl2pPr>
            <a:lvl3pPr>
              <a:defRPr sz="1200" b="0">
                <a:solidFill>
                  <a:srgbClr val="64748B"/>
                </a:solidFill>
              </a:defRPr>
            </a:lvl3pPr>
            <a:lvl4pPr>
              <a:defRPr sz="1200" b="0">
                <a:solidFill>
                  <a:srgbClr val="64748B"/>
                </a:solidFill>
              </a:defRPr>
            </a:lvl4pPr>
            <a:lvl5pPr>
              <a:defRPr sz="1200" b="0">
                <a:solidFill>
                  <a:srgbClr val="64748B"/>
                </a:solidFill>
              </a:defRPr>
            </a:lvl5pPr>
            <a:lvl6pPr>
              <a:defRPr sz="1200" b="0">
                <a:solidFill>
                  <a:srgbClr val="64748B"/>
                </a:solidFill>
              </a:defRPr>
            </a:lvl6pPr>
            <a:lvl7pPr>
              <a:defRPr sz="1200" b="0">
                <a:solidFill>
                  <a:srgbClr val="64748B"/>
                </a:solidFill>
              </a:defRPr>
            </a:lvl7pPr>
            <a:lvl8pPr>
              <a:defRPr sz="1200" b="0">
                <a:solidFill>
                  <a:srgbClr val="64748B"/>
                </a:solidFill>
              </a:defRPr>
            </a:lvl8pPr>
            <a:lvl9pPr>
              <a:defRPr sz="1200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SKALA 4기 광주 3반  ·  G088 왕시훈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53AC1-91CA-4169-9EB5-7BD69D7E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BF03-E14D-483A-8F91-2836955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DF34B-977C-4601-8809-BE94002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B8A6"/>
                </a:solidFill>
              </a:defRPr>
            </a:defPPr>
            <a:lvl1pPr>
              <a:defRPr sz="2850" b="1">
                <a:solidFill>
                  <a:srgbClr val="14B8A6"/>
                </a:solidFill>
              </a:defRPr>
            </a:lvl1pPr>
            <a:lvl2pPr>
              <a:defRPr sz="2850" b="1">
                <a:solidFill>
                  <a:srgbClr val="14B8A6"/>
                </a:solidFill>
              </a:defRPr>
            </a:lvl2pPr>
            <a:lvl3pPr>
              <a:defRPr sz="2850" b="1">
                <a:solidFill>
                  <a:srgbClr val="14B8A6"/>
                </a:solidFill>
              </a:defRPr>
            </a:lvl3pPr>
            <a:lvl4pPr>
              <a:defRPr sz="2850" b="1">
                <a:solidFill>
                  <a:srgbClr val="14B8A6"/>
                </a:solidFill>
              </a:defRPr>
            </a:lvl4pPr>
            <a:lvl5pPr>
              <a:defRPr sz="2850" b="1">
                <a:solidFill>
                  <a:srgbClr val="14B8A6"/>
                </a:solidFill>
              </a:defRPr>
            </a:lvl5pPr>
            <a:lvl6pPr>
              <a:defRPr sz="2850" b="1">
                <a:solidFill>
                  <a:srgbClr val="14B8A6"/>
                </a:solidFill>
              </a:defRPr>
            </a:lvl6pPr>
            <a:lvl7pPr>
              <a:defRPr sz="2850" b="1">
                <a:solidFill>
                  <a:srgbClr val="14B8A6"/>
                </a:solidFill>
              </a:defRPr>
            </a:lvl7pPr>
            <a:lvl8pPr>
              <a:defRPr sz="2850" b="1">
                <a:solidFill>
                  <a:srgbClr val="14B8A6"/>
                </a:solidFill>
              </a:defRPr>
            </a:lvl8pPr>
            <a:lvl9pPr>
              <a:defRPr sz="2850" b="1">
                <a:solidFill>
                  <a:srgbClr val="14B8A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B8A6"/>
                </a:solidFill>
              </a:defRPr>
            </a:pPr>
            <a:r>
              <a:rPr sz="2850" b="1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D769C-58A0-4DD1-8CCF-5AE55F0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안전한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맞춤 답변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BF537-257F-44A4-92E6-A69E795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1/9</a:t>
            </a:r>
          </a:p>
        </p:txBody>
      </p:sp>
    </p:spTree>
    <p:extLst>
      <p:ext uri="{BB962C8B-B14F-4D97-AF65-F5344CB8AC3E}">
        <p14:creationId xmlns:p14="http://schemas.microsoft.com/office/powerpoint/2010/main" val="97638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57CD0-6E82-476E-B3B2-CF0EA63A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01 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BFBAB-B9D8-4539-9D68-F446CAE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왜 이 서비스가 필요한가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7DE2B-E15A-4343-ABD9-72D970F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Standard RAG만으로는 개인의 위험과 서비스 요청을 함께 처리하기 어렵습니다.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AA19-16F3-46E6-9E45-23A67CB2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45964-CAB8-4F0F-A2B7-B2C7D279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600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66E70-6DCD-47EB-AE6C-CEDFC2D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75569"/>
                </a:solidFill>
              </a:defRPr>
            </a:defPPr>
            <a:lvl1pPr>
              <a:defRPr sz="1800" b="1">
                <a:solidFill>
                  <a:srgbClr val="475569"/>
                </a:solidFill>
              </a:defRPr>
            </a:lvl1pPr>
            <a:lvl2pPr>
              <a:defRPr sz="1800" b="1">
                <a:solidFill>
                  <a:srgbClr val="475569"/>
                </a:solidFill>
              </a:defRPr>
            </a:lvl2pPr>
            <a:lvl3pPr>
              <a:defRPr sz="1800" b="1">
                <a:solidFill>
                  <a:srgbClr val="475569"/>
                </a:solidFill>
              </a:defRPr>
            </a:lvl3pPr>
            <a:lvl4pPr>
              <a:defRPr sz="1800" b="1">
                <a:solidFill>
                  <a:srgbClr val="475569"/>
                </a:solidFill>
              </a:defRPr>
            </a:lvl4pPr>
            <a:lvl5pPr>
              <a:defRPr sz="1800" b="1">
                <a:solidFill>
                  <a:srgbClr val="475569"/>
                </a:solidFill>
              </a:defRPr>
            </a:lvl5pPr>
            <a:lvl6pPr>
              <a:defRPr sz="1800" b="1">
                <a:solidFill>
                  <a:srgbClr val="475569"/>
                </a:solidFill>
              </a:defRPr>
            </a:lvl6pPr>
            <a:lvl7pPr>
              <a:defRPr sz="1800" b="1">
                <a:solidFill>
                  <a:srgbClr val="475569"/>
                </a:solidFill>
              </a:defRPr>
            </a:lvl7pPr>
            <a:lvl8pPr>
              <a:defRPr sz="1800" b="1">
                <a:solidFill>
                  <a:srgbClr val="475569"/>
                </a:solidFill>
              </a:defRPr>
            </a:lvl8pPr>
            <a:lvl9pPr>
              <a:defRPr sz="18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Standard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08C06-6D8B-4C84-9AEA-E7AB657B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87FA0-328F-4C00-B8C3-93A74BF2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질문과 비슷한 논문을 찾아 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CDEE9-64B1-4124-90D7-C488095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B963D-B268-4209-A153-82C1367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사용자의 질환·약·기록은 충분히 반영하지 못함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90F23-A5D4-4BC6-BC8F-690929A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0F50F-430D-49EB-A49A-837EB19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응급·약 변경·기록 삭제 요청 경로가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A9F64-0B94-440F-B6E7-02D8625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우리가 만든 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A5501-C5C8-4506-86DB-357DB4E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0327C-C3E4-431F-904A-39CFC3D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질문과 개인 건강정보를 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4BADE-3D0D-4E63-A046-17669B4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9D61F-636D-457D-A117-9DEFED2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위험한 답변은 Safety Guard로 차단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8E8AB-A211-4B9B-BE1C-A7545B4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6B1C2-62C6-4F89-AF51-9103989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응급·상담·기록 삭제는 별도 경로로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C44F7-3588-45BF-9165-52CE7BD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2/9</a:t>
            </a:r>
          </a:p>
        </p:txBody>
      </p:sp>
    </p:spTree>
    <p:extLst>
      <p:ext uri="{BB962C8B-B14F-4D97-AF65-F5344CB8AC3E}">
        <p14:creationId xmlns:p14="http://schemas.microsoft.com/office/powerpoint/2010/main" val="1454263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BCF93-D155-4D91-B184-58ADEDAA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  서비스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57FFA-1AC1-4F15-B705-C87F94E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사용자와 운영자를 함께 지원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85D43-4821-494D-8F2F-58D6B93E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건강 질문뿐 아니라 실제 서비스에서 필요한 예외 상황까지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C0CA-727E-4433-9ED1-B631B30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423E4-F301-40F0-9A09-270BB87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6007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C1D22-D0A6-4241-90C7-7D881752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사용자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5B49C-53D1-4940-9FAB-077BD62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6A492-534A-4AC7-8C5F-620A6E6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식단·운동 질문에 논문 근거 답변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9A896-10DA-4AE3-8AEB-21AA5881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D7C13-82AC-4660-BF12-79818F8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개인 질환·약에 맞춘 주의사항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F5718-5C73-425E-82A0-5DEC335B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99A33-5596-4D6F-ABE1-06F61A13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119·상담 연결, 기록 삭제 승인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18C3F-C002-45BF-B37C-59E6276E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운영자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2F484-2DAA-4DEA-8FD9-2F105034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B957E-5641-4F90-A046-5EED5E8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응급·상담 요청 알림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61E4C-1A0C-4483-A40C-16DC86F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AED67-E1BA-44AA-917B-5BB2488B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사용자별 기록과 혈당 추세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92297-1F98-4508-B55B-F2A96EF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BC169-5566-425C-A337-425ABE8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처리 상태와 사용량·비용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2D015-E01C-4077-A9C3-23C3245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3/9</a:t>
            </a:r>
          </a:p>
        </p:txBody>
      </p:sp>
    </p:spTree>
    <p:extLst>
      <p:ext uri="{BB962C8B-B14F-4D97-AF65-F5344CB8AC3E}">
        <p14:creationId xmlns:p14="http://schemas.microsoft.com/office/powerpoint/2010/main" val="1339608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F70E9-90F6-4BC1-9A1A-ECFA18F1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 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F7FAD-A2A9-448E-BAFC-6140F0E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LangGraph가 전체 처리 순서를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6823F-48CF-48A8-82E8-BA9DB20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요청을 먼저 나누고, 필요한 Agent만 실행합니다.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6E56F-C8EC-4D6B-BE94-4DDE4B47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A0290-AD70-4119-8925-CD2512C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63D4A-E507-4EBD-A579-97C221AE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응급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A3C0-7B13-48C4-8FA3-FA245A3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43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4748B"/>
                </a:solidFill>
              </a:defRPr>
            </a:defPPr>
            <a:lvl1pPr>
              <a:defRPr sz="1800" b="1">
                <a:solidFill>
                  <a:srgbClr val="64748B"/>
                </a:solidFill>
              </a:defRPr>
            </a:lvl1pPr>
            <a:lvl2pPr>
              <a:defRPr sz="1800" b="1">
                <a:solidFill>
                  <a:srgbClr val="64748B"/>
                </a:solidFill>
              </a:defRPr>
            </a:lvl2pPr>
            <a:lvl3pPr>
              <a:defRPr sz="1800" b="1">
                <a:solidFill>
                  <a:srgbClr val="64748B"/>
                </a:solidFill>
              </a:defRPr>
            </a:lvl3pPr>
            <a:lvl4pPr>
              <a:defRPr sz="1800" b="1">
                <a:solidFill>
                  <a:srgbClr val="64748B"/>
                </a:solidFill>
              </a:defRPr>
            </a:lvl4pPr>
            <a:lvl5pPr>
              <a:defRPr sz="1800" b="1">
                <a:solidFill>
                  <a:srgbClr val="64748B"/>
                </a:solidFill>
              </a:defRPr>
            </a:lvl5pPr>
            <a:lvl6pPr>
              <a:defRPr sz="1800" b="1">
                <a:solidFill>
                  <a:srgbClr val="64748B"/>
                </a:solidFill>
              </a:defRPr>
            </a:lvl6pPr>
            <a:lvl7pPr>
              <a:defRPr sz="1800" b="1">
                <a:solidFill>
                  <a:srgbClr val="64748B"/>
                </a:solidFill>
              </a:defRPr>
            </a:lvl7pPr>
            <a:lvl8pPr>
              <a:defRPr sz="1800" b="1">
                <a:solidFill>
                  <a:srgbClr val="64748B"/>
                </a:solidFill>
              </a:defRPr>
            </a:lvl8pPr>
            <a:lvl9pPr>
              <a:defRPr sz="1800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5A779-5081-4A37-9DE7-0FED1FE9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80014-FD42-467E-B686-BC61AC8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Supervisor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1025A-5BD3-44B0-86DA-EF6A0F10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요청 분류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A558-938D-4AF8-BB47-98606DF8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4748B"/>
                </a:solidFill>
              </a:defRPr>
            </a:defPPr>
            <a:lvl1pPr>
              <a:defRPr sz="1800" b="1">
                <a:solidFill>
                  <a:srgbClr val="64748B"/>
                </a:solidFill>
              </a:defRPr>
            </a:lvl1pPr>
            <a:lvl2pPr>
              <a:defRPr sz="1800" b="1">
                <a:solidFill>
                  <a:srgbClr val="64748B"/>
                </a:solidFill>
              </a:defRPr>
            </a:lvl2pPr>
            <a:lvl3pPr>
              <a:defRPr sz="1800" b="1">
                <a:solidFill>
                  <a:srgbClr val="64748B"/>
                </a:solidFill>
              </a:defRPr>
            </a:lvl3pPr>
            <a:lvl4pPr>
              <a:defRPr sz="1800" b="1">
                <a:solidFill>
                  <a:srgbClr val="64748B"/>
                </a:solidFill>
              </a:defRPr>
            </a:lvl4pPr>
            <a:lvl5pPr>
              <a:defRPr sz="1800" b="1">
                <a:solidFill>
                  <a:srgbClr val="64748B"/>
                </a:solidFill>
              </a:defRPr>
            </a:lvl5pPr>
            <a:lvl6pPr>
              <a:defRPr sz="1800" b="1">
                <a:solidFill>
                  <a:srgbClr val="64748B"/>
                </a:solidFill>
              </a:defRPr>
            </a:lvl6pPr>
            <a:lvl7pPr>
              <a:defRPr sz="1800" b="1">
                <a:solidFill>
                  <a:srgbClr val="64748B"/>
                </a:solidFill>
              </a:defRPr>
            </a:lvl7pPr>
            <a:lvl8pPr>
              <a:defRPr sz="1800" b="1">
                <a:solidFill>
                  <a:srgbClr val="64748B"/>
                </a:solidFill>
              </a:defRPr>
            </a:lvl8pPr>
            <a:lvl9pPr>
              <a:defRPr sz="1800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EE98B-A19A-453D-A07F-A322301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6E0EC-28E8-49AE-B6C2-EBE25D3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Diet /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75F53-FBA0-4CDC-A101-99234AF8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논문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CAF9C-C976-4436-B5B9-70BCF64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4748B"/>
                </a:solidFill>
              </a:defRPr>
            </a:defPPr>
            <a:lvl1pPr>
              <a:defRPr sz="1800" b="1">
                <a:solidFill>
                  <a:srgbClr val="64748B"/>
                </a:solidFill>
              </a:defRPr>
            </a:lvl1pPr>
            <a:lvl2pPr>
              <a:defRPr sz="1800" b="1">
                <a:solidFill>
                  <a:srgbClr val="64748B"/>
                </a:solidFill>
              </a:defRPr>
            </a:lvl2pPr>
            <a:lvl3pPr>
              <a:defRPr sz="1800" b="1">
                <a:solidFill>
                  <a:srgbClr val="64748B"/>
                </a:solidFill>
              </a:defRPr>
            </a:lvl3pPr>
            <a:lvl4pPr>
              <a:defRPr sz="1800" b="1">
                <a:solidFill>
                  <a:srgbClr val="64748B"/>
                </a:solidFill>
              </a:defRPr>
            </a:lvl4pPr>
            <a:lvl5pPr>
              <a:defRPr sz="1800" b="1">
                <a:solidFill>
                  <a:srgbClr val="64748B"/>
                </a:solidFill>
              </a:defRPr>
            </a:lvl5pPr>
            <a:lvl6pPr>
              <a:defRPr sz="1800" b="1">
                <a:solidFill>
                  <a:srgbClr val="64748B"/>
                </a:solidFill>
              </a:defRPr>
            </a:lvl6pPr>
            <a:lvl7pPr>
              <a:defRPr sz="1800" b="1">
                <a:solidFill>
                  <a:srgbClr val="64748B"/>
                </a:solidFill>
              </a:defRPr>
            </a:lvl7pPr>
            <a:lvl8pPr>
              <a:defRPr sz="1800" b="1">
                <a:solidFill>
                  <a:srgbClr val="64748B"/>
                </a:solidFill>
              </a:defRPr>
            </a:lvl8pPr>
            <a:lvl9pPr>
              <a:defRPr sz="1800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C4A54-5CD7-460E-95DB-62F5C18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05D1D-1879-4ED6-8CEF-91AB5C8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8819F-ACD7-4F3E-803B-A91E3594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위험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A721A-3757-4BC2-90D0-8A13C9F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43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4748B"/>
                </a:solidFill>
              </a:defRPr>
            </a:defPPr>
            <a:lvl1pPr>
              <a:defRPr sz="1800" b="1">
                <a:solidFill>
                  <a:srgbClr val="64748B"/>
                </a:solidFill>
              </a:defRPr>
            </a:lvl1pPr>
            <a:lvl2pPr>
              <a:defRPr sz="1800" b="1">
                <a:solidFill>
                  <a:srgbClr val="64748B"/>
                </a:solidFill>
              </a:defRPr>
            </a:lvl2pPr>
            <a:lvl3pPr>
              <a:defRPr sz="1800" b="1">
                <a:solidFill>
                  <a:srgbClr val="64748B"/>
                </a:solidFill>
              </a:defRPr>
            </a:lvl3pPr>
            <a:lvl4pPr>
              <a:defRPr sz="1800" b="1">
                <a:solidFill>
                  <a:srgbClr val="64748B"/>
                </a:solidFill>
              </a:defRPr>
            </a:lvl4pPr>
            <a:lvl5pPr>
              <a:defRPr sz="1800" b="1">
                <a:solidFill>
                  <a:srgbClr val="64748B"/>
                </a:solidFill>
              </a:defRPr>
            </a:lvl5pPr>
            <a:lvl6pPr>
              <a:defRPr sz="1800" b="1">
                <a:solidFill>
                  <a:srgbClr val="64748B"/>
                </a:solidFill>
              </a:defRPr>
            </a:lvl6pPr>
            <a:lvl7pPr>
              <a:defRPr sz="1800" b="1">
                <a:solidFill>
                  <a:srgbClr val="64748B"/>
                </a:solidFill>
              </a:defRPr>
            </a:lvl7pPr>
            <a:lvl8pPr>
              <a:defRPr sz="1800" b="1">
                <a:solidFill>
                  <a:srgbClr val="64748B"/>
                </a:solidFill>
              </a:defRPr>
            </a:lvl8pPr>
            <a:lvl9pPr>
              <a:defRPr sz="1800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E0B7F-857E-43B5-ABED-47EE5538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DBD8E-E463-4A28-AE3D-B21EAB1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Writer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20702-DB50-4B0A-8FB9-E288D6BC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답변 작성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D1F56-442D-45A7-9A90-CE5E83D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43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4748B"/>
                </a:solidFill>
              </a:defRPr>
            </a:defPPr>
            <a:lvl1pPr>
              <a:defRPr sz="1800" b="1">
                <a:solidFill>
                  <a:srgbClr val="64748B"/>
                </a:solidFill>
              </a:defRPr>
            </a:lvl1pPr>
            <a:lvl2pPr>
              <a:defRPr sz="1800" b="1">
                <a:solidFill>
                  <a:srgbClr val="64748B"/>
                </a:solidFill>
              </a:defRPr>
            </a:lvl2pPr>
            <a:lvl3pPr>
              <a:defRPr sz="1800" b="1">
                <a:solidFill>
                  <a:srgbClr val="64748B"/>
                </a:solidFill>
              </a:defRPr>
            </a:lvl3pPr>
            <a:lvl4pPr>
              <a:defRPr sz="1800" b="1">
                <a:solidFill>
                  <a:srgbClr val="64748B"/>
                </a:solidFill>
              </a:defRPr>
            </a:lvl4pPr>
            <a:lvl5pPr>
              <a:defRPr sz="1800" b="1">
                <a:solidFill>
                  <a:srgbClr val="64748B"/>
                </a:solidFill>
              </a:defRPr>
            </a:lvl5pPr>
            <a:lvl6pPr>
              <a:defRPr sz="1800" b="1">
                <a:solidFill>
                  <a:srgbClr val="64748B"/>
                </a:solidFill>
              </a:defRPr>
            </a:lvl6pPr>
            <a:lvl7pPr>
              <a:defRPr sz="1800" b="1">
                <a:solidFill>
                  <a:srgbClr val="64748B"/>
                </a:solidFill>
              </a:defRPr>
            </a:lvl7pPr>
            <a:lvl8pPr>
              <a:defRPr sz="1800" b="1">
                <a:solidFill>
                  <a:srgbClr val="64748B"/>
                </a:solidFill>
              </a:defRPr>
            </a:lvl8pPr>
            <a:lvl9pPr>
              <a:defRPr sz="1800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FF535-4435-4377-A531-5764E87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161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566DF-49A5-465F-90EC-06DE02C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C2626"/>
                </a:solidFill>
              </a:defRPr>
            </a:defPPr>
            <a:lvl1pPr>
              <a:defRPr sz="1350" b="1">
                <a:solidFill>
                  <a:srgbClr val="DC2626"/>
                </a:solidFill>
              </a:defRPr>
            </a:lvl1pPr>
            <a:lvl2pPr>
              <a:defRPr sz="1350" b="1">
                <a:solidFill>
                  <a:srgbClr val="DC2626"/>
                </a:solidFill>
              </a:defRPr>
            </a:lvl2pPr>
            <a:lvl3pPr>
              <a:defRPr sz="1350" b="1">
                <a:solidFill>
                  <a:srgbClr val="DC2626"/>
                </a:solidFill>
              </a:defRPr>
            </a:lvl3pPr>
            <a:lvl4pPr>
              <a:defRPr sz="1350" b="1">
                <a:solidFill>
                  <a:srgbClr val="DC2626"/>
                </a:solidFill>
              </a:defRPr>
            </a:lvl4pPr>
            <a:lvl5pPr>
              <a:defRPr sz="1350" b="1">
                <a:solidFill>
                  <a:srgbClr val="DC2626"/>
                </a:solidFill>
              </a:defRPr>
            </a:lvl5pPr>
            <a:lvl6pPr>
              <a:defRPr sz="1350" b="1">
                <a:solidFill>
                  <a:srgbClr val="DC2626"/>
                </a:solidFill>
              </a:defRPr>
            </a:lvl6pPr>
            <a:lvl7pPr>
              <a:defRPr sz="1350" b="1">
                <a:solidFill>
                  <a:srgbClr val="DC2626"/>
                </a:solidFill>
              </a:defRPr>
            </a:lvl7pPr>
            <a:lvl8pPr>
              <a:defRPr sz="1350" b="1">
                <a:solidFill>
                  <a:srgbClr val="DC2626"/>
                </a:solidFill>
              </a:defRPr>
            </a:lvl8pPr>
            <a:lvl9pPr>
              <a:defRPr sz="1350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Validate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06C42-20AC-4649-855B-FF2057A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75569"/>
                </a:solidFill>
              </a:defRPr>
            </a:defPPr>
            <a:lvl1pPr>
              <a:defRPr sz="1050" b="0">
                <a:solidFill>
                  <a:srgbClr val="475569"/>
                </a:solidFill>
              </a:defRPr>
            </a:lvl1pPr>
            <a:lvl2pPr>
              <a:defRPr sz="1050" b="0">
                <a:solidFill>
                  <a:srgbClr val="475569"/>
                </a:solidFill>
              </a:defRPr>
            </a:lvl2pPr>
            <a:lvl3pPr>
              <a:defRPr sz="1050" b="0">
                <a:solidFill>
                  <a:srgbClr val="475569"/>
                </a:solidFill>
              </a:defRPr>
            </a:lvl3pPr>
            <a:lvl4pPr>
              <a:defRPr sz="1050" b="0">
                <a:solidFill>
                  <a:srgbClr val="475569"/>
                </a:solidFill>
              </a:defRPr>
            </a:lvl4pPr>
            <a:lvl5pPr>
              <a:defRPr sz="1050" b="0">
                <a:solidFill>
                  <a:srgbClr val="475569"/>
                </a:solidFill>
              </a:defRPr>
            </a:lvl5pPr>
            <a:lvl6pPr>
              <a:defRPr sz="1050" b="0">
                <a:solidFill>
                  <a:srgbClr val="475569"/>
                </a:solidFill>
              </a:defRPr>
            </a:lvl6pPr>
            <a:lvl7pPr>
              <a:defRPr sz="1050" b="0">
                <a:solidFill>
                  <a:srgbClr val="475569"/>
                </a:solidFill>
              </a:defRPr>
            </a:lvl7pPr>
            <a:lvl8pPr>
              <a:defRPr sz="1050" b="0">
                <a:solidFill>
                  <a:srgbClr val="475569"/>
                </a:solidFill>
              </a:defRPr>
            </a:lvl8pPr>
            <a:lvl9pPr>
              <a:defRPr sz="10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최종 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03341-10AF-46F5-9972-38FE4E5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8801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8B1BF-2094-43EB-8AC6-FAA583A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95825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혼합 질문은 Diet·Exercise·Safety Agent를 동시에 실행하고, Writer가 결과를 한 번에 합칩니다.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28E9A-3F0E-47EB-967D-4645F3B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4/9</a:t>
            </a:r>
          </a:p>
        </p:txBody>
      </p:sp>
    </p:spTree>
    <p:extLst>
      <p:ext uri="{BB962C8B-B14F-4D97-AF65-F5344CB8AC3E}">
        <p14:creationId xmlns:p14="http://schemas.microsoft.com/office/powerpoint/2010/main" val="180761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7DE96-6361-4035-A751-213F90F3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04  AGENTIC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096A2-0B3B-41D9-9D10-DFEDD3F9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논문 근거를 찾고 확인하는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768B0-DFD4-4BBC-8923-8C48568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검색 결과를 그대로 쓰지 않고, 필요한 근거만 골라 원문과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8A4CF-78B9-4669-BD22-EAA209FA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1C306-9525-41FC-9603-19FEF5D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1E0DE-3D57-456F-9DF3-DA1DF80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83F02-AA7E-4CC3-A4C8-4F87D1A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  <a:lvl1pPr>
              <a:defRPr sz="1575" b="1">
                <a:solidFill>
                  <a:srgbClr val="0F172A"/>
                </a:solidFill>
              </a:defRPr>
            </a:lvl1pPr>
            <a:lvl2pPr>
              <a:defRPr sz="1575" b="1">
                <a:solidFill>
                  <a:srgbClr val="0F172A"/>
                </a:solidFill>
              </a:defRPr>
            </a:lvl2pPr>
            <a:lvl3pPr>
              <a:defRPr sz="1575" b="1">
                <a:solidFill>
                  <a:srgbClr val="0F172A"/>
                </a:solidFill>
              </a:defRPr>
            </a:lvl3pPr>
            <a:lvl4pPr>
              <a:defRPr sz="1575" b="1">
                <a:solidFill>
                  <a:srgbClr val="0F172A"/>
                </a:solidFill>
              </a:defRPr>
            </a:lvl4pPr>
            <a:lvl5pPr>
              <a:defRPr sz="1575" b="1">
                <a:solidFill>
                  <a:srgbClr val="0F172A"/>
                </a:solidFill>
              </a:defRPr>
            </a:lvl5pPr>
            <a:lvl6pPr>
              <a:defRPr sz="1575" b="1">
                <a:solidFill>
                  <a:srgbClr val="0F172A"/>
                </a:solidFill>
              </a:defRPr>
            </a:lvl6pPr>
            <a:lvl7pPr>
              <a:defRPr sz="1575" b="1">
                <a:solidFill>
                  <a:srgbClr val="0F172A"/>
                </a:solidFill>
              </a:defRPr>
            </a:lvl7pPr>
            <a:lvl8pPr>
              <a:defRPr sz="1575" b="1">
                <a:solidFill>
                  <a:srgbClr val="0F172A"/>
                </a:solidFill>
              </a:defRPr>
            </a:lvl8pPr>
            <a:lvl9pPr>
              <a:defRPr sz="15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질문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85074-614F-4FE5-A283-07A53A6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  <a:lvl1pPr>
              <a:defRPr sz="1200" b="0">
                <a:solidFill>
                  <a:srgbClr val="475569"/>
                </a:solidFill>
              </a:defRPr>
            </a:lvl1pPr>
            <a:lvl2pPr>
              <a:defRPr sz="1200" b="0">
                <a:solidFill>
                  <a:srgbClr val="475569"/>
                </a:solidFill>
              </a:defRPr>
            </a:lvl2pPr>
            <a:lvl3pPr>
              <a:defRPr sz="1200" b="0">
                <a:solidFill>
                  <a:srgbClr val="475569"/>
                </a:solidFill>
              </a:defRPr>
            </a:lvl3pPr>
            <a:lvl4pPr>
              <a:defRPr sz="1200" b="0">
                <a:solidFill>
                  <a:srgbClr val="475569"/>
                </a:solidFill>
              </a:defRPr>
            </a:lvl4pPr>
            <a:lvl5pPr>
              <a:defRPr sz="1200" b="0">
                <a:solidFill>
                  <a:srgbClr val="475569"/>
                </a:solidFill>
              </a:defRPr>
            </a:lvl5pPr>
            <a:lvl6pPr>
              <a:defRPr sz="1200" b="0">
                <a:solidFill>
                  <a:srgbClr val="475569"/>
                </a:solidFill>
              </a:defRPr>
            </a:lvl6pPr>
            <a:lvl7pPr>
              <a:defRPr sz="1200" b="0">
                <a:solidFill>
                  <a:srgbClr val="475569"/>
                </a:solidFill>
              </a:defRPr>
            </a:lvl7pPr>
            <a:lvl8pPr>
              <a:defRPr sz="1200" b="0">
                <a:solidFill>
                  <a:srgbClr val="475569"/>
                </a:solidFill>
              </a:defRPr>
            </a:lvl8pPr>
            <a:lvl9pPr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여러 검색어로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D92D1-C24B-49EB-9BDE-DB5D610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8931-BC32-4020-9543-DF9E3A1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C6A5D-7495-4006-9674-715C5CEF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59C4-4ACB-478C-BAE3-939288B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  <a:lvl1pPr>
              <a:defRPr sz="1575" b="1">
                <a:solidFill>
                  <a:srgbClr val="0F172A"/>
                </a:solidFill>
              </a:defRPr>
            </a:lvl1pPr>
            <a:lvl2pPr>
              <a:defRPr sz="1575" b="1">
                <a:solidFill>
                  <a:srgbClr val="0F172A"/>
                </a:solidFill>
              </a:defRPr>
            </a:lvl2pPr>
            <a:lvl3pPr>
              <a:defRPr sz="1575" b="1">
                <a:solidFill>
                  <a:srgbClr val="0F172A"/>
                </a:solidFill>
              </a:defRPr>
            </a:lvl3pPr>
            <a:lvl4pPr>
              <a:defRPr sz="1575" b="1">
                <a:solidFill>
                  <a:srgbClr val="0F172A"/>
                </a:solidFill>
              </a:defRPr>
            </a:lvl4pPr>
            <a:lvl5pPr>
              <a:defRPr sz="1575" b="1">
                <a:solidFill>
                  <a:srgbClr val="0F172A"/>
                </a:solidFill>
              </a:defRPr>
            </a:lvl5pPr>
            <a:lvl6pPr>
              <a:defRPr sz="1575" b="1">
                <a:solidFill>
                  <a:srgbClr val="0F172A"/>
                </a:solidFill>
              </a:defRPr>
            </a:lvl6pPr>
            <a:lvl7pPr>
              <a:defRPr sz="1575" b="1">
                <a:solidFill>
                  <a:srgbClr val="0F172A"/>
                </a:solidFill>
              </a:defRPr>
            </a:lvl7pPr>
            <a:lvl8pPr>
              <a:defRPr sz="1575" b="1">
                <a:solidFill>
                  <a:srgbClr val="0F172A"/>
                </a:solidFill>
              </a:defRPr>
            </a:lvl8pPr>
            <a:lvl9pPr>
              <a:defRPr sz="15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논문 찾기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47A56-EA86-4512-8A73-D9AA6367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  <a:lvl1pPr>
              <a:defRPr sz="1200" b="0">
                <a:solidFill>
                  <a:srgbClr val="475569"/>
                </a:solidFill>
              </a:defRPr>
            </a:lvl1pPr>
            <a:lvl2pPr>
              <a:defRPr sz="1200" b="0">
                <a:solidFill>
                  <a:srgbClr val="475569"/>
                </a:solidFill>
              </a:defRPr>
            </a:lvl2pPr>
            <a:lvl3pPr>
              <a:defRPr sz="1200" b="0">
                <a:solidFill>
                  <a:srgbClr val="475569"/>
                </a:solidFill>
              </a:defRPr>
            </a:lvl3pPr>
            <a:lvl4pPr>
              <a:defRPr sz="1200" b="0">
                <a:solidFill>
                  <a:srgbClr val="475569"/>
                </a:solidFill>
              </a:defRPr>
            </a:lvl4pPr>
            <a:lvl5pPr>
              <a:defRPr sz="1200" b="0">
                <a:solidFill>
                  <a:srgbClr val="475569"/>
                </a:solidFill>
              </a:defRPr>
            </a:lvl5pPr>
            <a:lvl6pPr>
              <a:defRPr sz="1200" b="0">
                <a:solidFill>
                  <a:srgbClr val="475569"/>
                </a:solidFill>
              </a:defRPr>
            </a:lvl6pPr>
            <a:lvl7pPr>
              <a:defRPr sz="1200" b="0">
                <a:solidFill>
                  <a:srgbClr val="475569"/>
                </a:solidFill>
              </a:defRPr>
            </a:lvl7pPr>
            <a:lvl8pPr>
              <a:defRPr sz="1200" b="0">
                <a:solidFill>
                  <a:srgbClr val="475569"/>
                </a:solidFill>
              </a:defRPr>
            </a:lvl8pPr>
            <a:lvl9pPr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MCP + Hybrid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1C7A6-42F3-430C-814E-08A93BB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0F294-330F-4B31-B0B7-5EFE4D9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96C1F-5A1C-4B4E-8B43-DE540941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9EB44-00B4-43E0-8DC5-14895472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  <a:lvl1pPr>
              <a:defRPr sz="1575" b="1">
                <a:solidFill>
                  <a:srgbClr val="0F172A"/>
                </a:solidFill>
              </a:defRPr>
            </a:lvl1pPr>
            <a:lvl2pPr>
              <a:defRPr sz="1575" b="1">
                <a:solidFill>
                  <a:srgbClr val="0F172A"/>
                </a:solidFill>
              </a:defRPr>
            </a:lvl2pPr>
            <a:lvl3pPr>
              <a:defRPr sz="1575" b="1">
                <a:solidFill>
                  <a:srgbClr val="0F172A"/>
                </a:solidFill>
              </a:defRPr>
            </a:lvl3pPr>
            <a:lvl4pPr>
              <a:defRPr sz="1575" b="1">
                <a:solidFill>
                  <a:srgbClr val="0F172A"/>
                </a:solidFill>
              </a:defRPr>
            </a:lvl4pPr>
            <a:lvl5pPr>
              <a:defRPr sz="1575" b="1">
                <a:solidFill>
                  <a:srgbClr val="0F172A"/>
                </a:solidFill>
              </a:defRPr>
            </a:lvl5pPr>
            <a:lvl6pPr>
              <a:defRPr sz="1575" b="1">
                <a:solidFill>
                  <a:srgbClr val="0F172A"/>
                </a:solidFill>
              </a:defRPr>
            </a:lvl6pPr>
            <a:lvl7pPr>
              <a:defRPr sz="1575" b="1">
                <a:solidFill>
                  <a:srgbClr val="0F172A"/>
                </a:solidFill>
              </a:defRPr>
            </a:lvl7pPr>
            <a:lvl8pPr>
              <a:defRPr sz="1575" b="1">
                <a:solidFill>
                  <a:srgbClr val="0F172A"/>
                </a:solidFill>
              </a:defRPr>
            </a:lvl8pPr>
            <a:lvl9pPr>
              <a:defRPr sz="15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근거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02493-6225-4DE4-B6F6-9F15143F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  <a:lvl1pPr>
              <a:defRPr sz="1200" b="0">
                <a:solidFill>
                  <a:srgbClr val="475569"/>
                </a:solidFill>
              </a:defRPr>
            </a:lvl1pPr>
            <a:lvl2pPr>
              <a:defRPr sz="1200" b="0">
                <a:solidFill>
                  <a:srgbClr val="475569"/>
                </a:solidFill>
              </a:defRPr>
            </a:lvl2pPr>
            <a:lvl3pPr>
              <a:defRPr sz="1200" b="0">
                <a:solidFill>
                  <a:srgbClr val="475569"/>
                </a:solidFill>
              </a:defRPr>
            </a:lvl3pPr>
            <a:lvl4pPr>
              <a:defRPr sz="1200" b="0">
                <a:solidFill>
                  <a:srgbClr val="475569"/>
                </a:solidFill>
              </a:defRPr>
            </a:lvl4pPr>
            <a:lvl5pPr>
              <a:defRPr sz="1200" b="0">
                <a:solidFill>
                  <a:srgbClr val="475569"/>
                </a:solidFill>
              </a:defRPr>
            </a:lvl5pPr>
            <a:lvl6pPr>
              <a:defRPr sz="1200" b="0">
                <a:solidFill>
                  <a:srgbClr val="475569"/>
                </a:solidFill>
              </a:defRPr>
            </a:lvl6pPr>
            <a:lvl7pPr>
              <a:defRPr sz="1200" b="0">
                <a:solidFill>
                  <a:srgbClr val="475569"/>
                </a:solidFill>
              </a:defRPr>
            </a:lvl7pPr>
            <a:lvl8pPr>
              <a:defRPr sz="1200" b="0">
                <a:solidFill>
                  <a:srgbClr val="475569"/>
                </a:solidFill>
              </a:defRPr>
            </a:lvl8pPr>
            <a:lvl9pPr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필요한 문단만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8714F-4D8D-41E1-A374-EFB7B2B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A6449-4E0B-4D82-9228-86CCA65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A6544-526D-4C6F-AF5A-03E866DE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E5596-9F22-4434-B0D0-EB9BB0F2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A"/>
                </a:solidFill>
              </a:defRPr>
            </a:defPPr>
            <a:lvl1pPr>
              <a:defRPr sz="1575" b="1">
                <a:solidFill>
                  <a:srgbClr val="0F172A"/>
                </a:solidFill>
              </a:defRPr>
            </a:lvl1pPr>
            <a:lvl2pPr>
              <a:defRPr sz="1575" b="1">
                <a:solidFill>
                  <a:srgbClr val="0F172A"/>
                </a:solidFill>
              </a:defRPr>
            </a:lvl2pPr>
            <a:lvl3pPr>
              <a:defRPr sz="1575" b="1">
                <a:solidFill>
                  <a:srgbClr val="0F172A"/>
                </a:solidFill>
              </a:defRPr>
            </a:lvl3pPr>
            <a:lvl4pPr>
              <a:defRPr sz="1575" b="1">
                <a:solidFill>
                  <a:srgbClr val="0F172A"/>
                </a:solidFill>
              </a:defRPr>
            </a:lvl4pPr>
            <a:lvl5pPr>
              <a:defRPr sz="1575" b="1">
                <a:solidFill>
                  <a:srgbClr val="0F172A"/>
                </a:solidFill>
              </a:defRPr>
            </a:lvl5pPr>
            <a:lvl6pPr>
              <a:defRPr sz="1575" b="1">
                <a:solidFill>
                  <a:srgbClr val="0F172A"/>
                </a:solidFill>
              </a:defRPr>
            </a:lvl6pPr>
            <a:lvl7pPr>
              <a:defRPr sz="1575" b="1">
                <a:solidFill>
                  <a:srgbClr val="0F172A"/>
                </a:solidFill>
              </a:defRPr>
            </a:lvl7pPr>
            <a:lvl8pPr>
              <a:defRPr sz="1575" b="1">
                <a:solidFill>
                  <a:srgbClr val="0F172A"/>
                </a:solidFill>
              </a:defRPr>
            </a:lvl8pPr>
            <a:lvl9pPr>
              <a:defRPr sz="15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답변 작성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32D8E-EDF2-46F6-843E-65BA4B0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</a:defRPr>
            </a:defPPr>
            <a:lvl1pPr>
              <a:defRPr sz="1200" b="0">
                <a:solidFill>
                  <a:srgbClr val="475569"/>
                </a:solidFill>
              </a:defRPr>
            </a:lvl1pPr>
            <a:lvl2pPr>
              <a:defRPr sz="1200" b="0">
                <a:solidFill>
                  <a:srgbClr val="475569"/>
                </a:solidFill>
              </a:defRPr>
            </a:lvl2pPr>
            <a:lvl3pPr>
              <a:defRPr sz="1200" b="0">
                <a:solidFill>
                  <a:srgbClr val="475569"/>
                </a:solidFill>
              </a:defRPr>
            </a:lvl3pPr>
            <a:lvl4pPr>
              <a:defRPr sz="1200" b="0">
                <a:solidFill>
                  <a:srgbClr val="475569"/>
                </a:solidFill>
              </a:defRPr>
            </a:lvl4pPr>
            <a:lvl5pPr>
              <a:defRPr sz="1200" b="0">
                <a:solidFill>
                  <a:srgbClr val="475569"/>
                </a:solidFill>
              </a:defRPr>
            </a:lvl5pPr>
            <a:lvl6pPr>
              <a:defRPr sz="1200" b="0">
                <a:solidFill>
                  <a:srgbClr val="475569"/>
                </a:solidFill>
              </a:defRPr>
            </a:lvl6pPr>
            <a:lvl7pPr>
              <a:defRPr sz="1200" b="0">
                <a:solidFill>
                  <a:srgbClr val="475569"/>
                </a:solidFill>
              </a:defRPr>
            </a:lvl7pPr>
            <a:lvl8pPr>
              <a:defRPr sz="1200" b="0">
                <a:solidFill>
                  <a:srgbClr val="475569"/>
                </a:solidFill>
              </a:defRPr>
            </a:lvl8pPr>
            <a:lvl9pPr>
              <a:defRPr sz="120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근거 + Safety 규칙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CA373-2462-4D73-9497-E6EAF7A7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C2626"/>
                </a:solidFill>
              </a:defRPr>
            </a:defPPr>
            <a:lvl1pPr>
              <a:defRPr sz="1800" b="1">
                <a:solidFill>
                  <a:srgbClr val="DC2626"/>
                </a:solidFill>
              </a:defRPr>
            </a:lvl1pPr>
            <a:lvl2pPr>
              <a:defRPr sz="1800" b="1">
                <a:solidFill>
                  <a:srgbClr val="DC2626"/>
                </a:solidFill>
              </a:defRPr>
            </a:lvl2pPr>
            <a:lvl3pPr>
              <a:defRPr sz="1800" b="1">
                <a:solidFill>
                  <a:srgbClr val="DC2626"/>
                </a:solidFill>
              </a:defRPr>
            </a:lvl3pPr>
            <a:lvl4pPr>
              <a:defRPr sz="1800" b="1">
                <a:solidFill>
                  <a:srgbClr val="DC2626"/>
                </a:solidFill>
              </a:defRPr>
            </a:lvl4pPr>
            <a:lvl5pPr>
              <a:defRPr sz="1800" b="1">
                <a:solidFill>
                  <a:srgbClr val="DC2626"/>
                </a:solidFill>
              </a:defRPr>
            </a:lvl5pPr>
            <a:lvl6pPr>
              <a:defRPr sz="1800" b="1">
                <a:solidFill>
                  <a:srgbClr val="DC2626"/>
                </a:solidFill>
              </a:defRPr>
            </a:lvl6pPr>
            <a:lvl7pPr>
              <a:defRPr sz="1800" b="1">
                <a:solidFill>
                  <a:srgbClr val="DC2626"/>
                </a:solidFill>
              </a:defRPr>
            </a:lvl7pPr>
            <a:lvl8pPr>
              <a:defRPr sz="1800" b="1">
                <a:solidFill>
                  <a:srgbClr val="DC2626"/>
                </a:solidFill>
              </a:defRPr>
            </a:lvl8pPr>
            <a:lvl9pPr>
              <a:defRPr sz="1800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근거가 없으면 추측하지 않고 답변을 보류합니다.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F3489-1EC3-42DA-86BC-D0D6B65E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5/9</a:t>
            </a:r>
          </a:p>
        </p:txBody>
      </p:sp>
    </p:spTree>
    <p:extLst>
      <p:ext uri="{BB962C8B-B14F-4D97-AF65-F5344CB8AC3E}">
        <p14:creationId xmlns:p14="http://schemas.microsoft.com/office/powerpoint/2010/main" val="2030460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61ED8-7343-4566-A8A9-556CF82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05 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49DE-B9D1-4C7C-AA42-6E8A853D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두 가지 범위로 비교했습니다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958A-77BC-48DA-A539-99F6833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같은 질문 100개로 RAG 효과와 실제 서비스 처리 능력을 나눠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A98F-7D0F-4768-934C-F92EEBD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2064F-F63B-4C82-A33B-6346463E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5600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850E6-0656-4467-804B-DBD4444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표 1 · 건강 질문 60개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2F763-48F0-4272-9153-1EB09785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172A"/>
                </a:solidFill>
              </a:defRPr>
            </a:defPPr>
            <a:lvl1pPr>
              <a:defRPr sz="1425" b="1">
                <a:solidFill>
                  <a:srgbClr val="0F172A"/>
                </a:solidFill>
              </a:defRPr>
            </a:lvl1pPr>
            <a:lvl2pPr>
              <a:defRPr sz="1425" b="1">
                <a:solidFill>
                  <a:srgbClr val="0F172A"/>
                </a:solidFill>
              </a:defRPr>
            </a:lvl2pPr>
            <a:lvl3pPr>
              <a:defRPr sz="1425" b="1">
                <a:solidFill>
                  <a:srgbClr val="0F172A"/>
                </a:solidFill>
              </a:defRPr>
            </a:lvl3pPr>
            <a:lvl4pPr>
              <a:defRPr sz="1425" b="1">
                <a:solidFill>
                  <a:srgbClr val="0F172A"/>
                </a:solidFill>
              </a:defRPr>
            </a:lvl4pPr>
            <a:lvl5pPr>
              <a:defRPr sz="1425" b="1">
                <a:solidFill>
                  <a:srgbClr val="0F172A"/>
                </a:solidFill>
              </a:defRPr>
            </a:lvl5pPr>
            <a:lvl6pPr>
              <a:defRPr sz="1425" b="1">
                <a:solidFill>
                  <a:srgbClr val="0F172A"/>
                </a:solidFill>
              </a:defRPr>
            </a:lvl6pPr>
            <a:lvl7pPr>
              <a:defRPr sz="1425" b="1">
                <a:solidFill>
                  <a:srgbClr val="0F172A"/>
                </a:solidFill>
              </a:defRPr>
            </a:lvl7pPr>
            <a:lvl8pPr>
              <a:defRPr sz="1425" b="1">
                <a:solidFill>
                  <a:srgbClr val="0F172A"/>
                </a:solidFill>
              </a:defRPr>
            </a:lvl8pPr>
            <a:lvl9pPr>
              <a:defRPr sz="14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4가지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DF996-4BDD-40D9-8FCB-EC311BBD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AC7E2-B6FA-4CF2-8D83-116AB21F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RAG 구성과 Agent 구조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04DA8-BACD-4188-B031-99EC6DC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AAAE7-0CF3-4C6A-904C-E7B863ED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답변 점수·근거·안전성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9EF22-D35C-4535-B8AB-7F888D0F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표 2 · 전체 메시지 100개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005A9-EA0E-4A6F-8749-531EAB8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172A"/>
                </a:solidFill>
              </a:defRPr>
            </a:defPPr>
            <a:lvl1pPr>
              <a:defRPr sz="1425" b="1">
                <a:solidFill>
                  <a:srgbClr val="0F172A"/>
                </a:solidFill>
              </a:defRPr>
            </a:lvl1pPr>
            <a:lvl2pPr>
              <a:defRPr sz="1425" b="1">
                <a:solidFill>
                  <a:srgbClr val="0F172A"/>
                </a:solidFill>
              </a:defRPr>
            </a:lvl2pPr>
            <a:lvl3pPr>
              <a:defRPr sz="1425" b="1">
                <a:solidFill>
                  <a:srgbClr val="0F172A"/>
                </a:solidFill>
              </a:defRPr>
            </a:lvl3pPr>
            <a:lvl4pPr>
              <a:defRPr sz="1425" b="1">
                <a:solidFill>
                  <a:srgbClr val="0F172A"/>
                </a:solidFill>
              </a:defRPr>
            </a:lvl4pPr>
            <a:lvl5pPr>
              <a:defRPr sz="1425" b="1">
                <a:solidFill>
                  <a:srgbClr val="0F172A"/>
                </a:solidFill>
              </a:defRPr>
            </a:lvl5pPr>
            <a:lvl6pPr>
              <a:defRPr sz="1425" b="1">
                <a:solidFill>
                  <a:srgbClr val="0F172A"/>
                </a:solidFill>
              </a:defRPr>
            </a:lvl6pPr>
            <a:lvl7pPr>
              <a:defRPr sz="1425" b="1">
                <a:solidFill>
                  <a:srgbClr val="0F172A"/>
                </a:solidFill>
              </a:defRPr>
            </a:lvl7pPr>
            <a:lvl8pPr>
              <a:defRPr sz="1425" b="1">
                <a:solidFill>
                  <a:srgbClr val="0F172A"/>
                </a:solidFill>
              </a:defRPr>
            </a:lvl8pPr>
            <a:lvl9pPr>
              <a:defRPr sz="14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3가지 실제 서비스 시스템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FB8E7-15EE-4D05-9456-7D192EE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A5742-E55C-416D-929E-674CC6AF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건강 질문 60개 + 서비스 메시지 40개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1667D-F064-44EA-A8B3-BD3943C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538DF-147C-4F87-ABE0-CBC3644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routing·응답 시간·비용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235AD-A354-47A1-B9C5-1CA93A26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6/9</a:t>
            </a:r>
          </a:p>
        </p:txBody>
      </p:sp>
    </p:spTree>
    <p:extLst>
      <p:ext uri="{BB962C8B-B14F-4D97-AF65-F5344CB8AC3E}">
        <p14:creationId xmlns:p14="http://schemas.microsoft.com/office/powerpoint/2010/main" val="648888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31ABDE-617E-4567-822E-9ED8C1C7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06 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5891F-B3DF-4634-9898-4EFD3E41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최종 Multi-Agent의 핵심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A02D-D933-4391-BF77-1678D8F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Standard RAG 대비 품질·안전·서비스 처리율이 좋아졌고, 응답 시간은 늘었습니다.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EED72-EB24-4507-9532-1F260479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EFBA0-14BA-420B-8F90-84CF9BD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B5493-07B1-45A6-AE6B-0B3EBEE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766E"/>
                </a:solidFill>
              </a:defRPr>
            </a:defPPr>
            <a:lvl1pPr>
              <a:defRPr sz="2250" b="1">
                <a:solidFill>
                  <a:srgbClr val="0F766E"/>
                </a:solidFill>
              </a:defRPr>
            </a:lvl1pPr>
            <a:lvl2pPr>
              <a:defRPr sz="2250" b="1">
                <a:solidFill>
                  <a:srgbClr val="0F766E"/>
                </a:solidFill>
              </a:defRPr>
            </a:lvl2pPr>
            <a:lvl3pPr>
              <a:defRPr sz="2250" b="1">
                <a:solidFill>
                  <a:srgbClr val="0F766E"/>
                </a:solidFill>
              </a:defRPr>
            </a:lvl3pPr>
            <a:lvl4pPr>
              <a:defRPr sz="2250" b="1">
                <a:solidFill>
                  <a:srgbClr val="0F766E"/>
                </a:solidFill>
              </a:defRPr>
            </a:lvl4pPr>
            <a:lvl5pPr>
              <a:defRPr sz="2250" b="1">
                <a:solidFill>
                  <a:srgbClr val="0F766E"/>
                </a:solidFill>
              </a:defRPr>
            </a:lvl5pPr>
            <a:lvl6pPr>
              <a:defRPr sz="2250" b="1">
                <a:solidFill>
                  <a:srgbClr val="0F766E"/>
                </a:solidFill>
              </a:defRPr>
            </a:lvl6pPr>
            <a:lvl7pPr>
              <a:defRPr sz="2250" b="1">
                <a:solidFill>
                  <a:srgbClr val="0F766E"/>
                </a:solidFill>
              </a:defRPr>
            </a:lvl7pPr>
            <a:lvl8pPr>
              <a:defRPr sz="2250" b="1">
                <a:solidFill>
                  <a:srgbClr val="0F766E"/>
                </a:solidFill>
              </a:defRPr>
            </a:lvl8pPr>
            <a:lvl9pPr>
              <a:defRPr sz="22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91.5%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AA8D9-8024-4BD6-96EA-A5F7138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75569"/>
                </a:solidFill>
              </a:defRPr>
            </a:defPPr>
            <a:lvl1pPr>
              <a:defRPr sz="1125" b="0">
                <a:solidFill>
                  <a:srgbClr val="475569"/>
                </a:solidFill>
              </a:defRPr>
            </a:lvl1pPr>
            <a:lvl2pPr>
              <a:defRPr sz="1125" b="0">
                <a:solidFill>
                  <a:srgbClr val="475569"/>
                </a:solidFill>
              </a:defRPr>
            </a:lvl2pPr>
            <a:lvl3pPr>
              <a:defRPr sz="1125" b="0">
                <a:solidFill>
                  <a:srgbClr val="475569"/>
                </a:solidFill>
              </a:defRPr>
            </a:lvl3pPr>
            <a:lvl4pPr>
              <a:defRPr sz="1125" b="0">
                <a:solidFill>
                  <a:srgbClr val="475569"/>
                </a:solidFill>
              </a:defRPr>
            </a:lvl4pPr>
            <a:lvl5pPr>
              <a:defRPr sz="1125" b="0">
                <a:solidFill>
                  <a:srgbClr val="475569"/>
                </a:solidFill>
              </a:defRPr>
            </a:lvl5pPr>
            <a:lvl6pPr>
              <a:defRPr sz="1125" b="0">
                <a:solidFill>
                  <a:srgbClr val="475569"/>
                </a:solidFill>
              </a:defRPr>
            </a:lvl6pPr>
            <a:lvl7pPr>
              <a:defRPr sz="1125" b="0">
                <a:solidFill>
                  <a:srgbClr val="475569"/>
                </a:solidFill>
              </a:defRPr>
            </a:lvl7pPr>
            <a:lvl8pPr>
              <a:defRPr sz="1125" b="0">
                <a:solidFill>
                  <a:srgbClr val="475569"/>
                </a:solidFill>
              </a:defRPr>
            </a:lvl8pPr>
            <a:lvl9pPr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건강 답변 점수</a:t>
            </a:r>
          </a:p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75.3% → 91.5%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35BC1-896F-49B6-A9ED-F0D1F64F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F6261-87BB-4D8D-8740-8264CA52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1450-680D-4257-9A07-90085BA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C2626"/>
                </a:solidFill>
              </a:defRPr>
            </a:defPPr>
            <a:lvl1pPr>
              <a:defRPr sz="2250" b="1">
                <a:solidFill>
                  <a:srgbClr val="DC2626"/>
                </a:solidFill>
              </a:defRPr>
            </a:lvl1pPr>
            <a:lvl2pPr>
              <a:defRPr sz="2250" b="1">
                <a:solidFill>
                  <a:srgbClr val="DC2626"/>
                </a:solidFill>
              </a:defRPr>
            </a:lvl2pPr>
            <a:lvl3pPr>
              <a:defRPr sz="2250" b="1">
                <a:solidFill>
                  <a:srgbClr val="DC2626"/>
                </a:solidFill>
              </a:defRPr>
            </a:lvl3pPr>
            <a:lvl4pPr>
              <a:defRPr sz="2250" b="1">
                <a:solidFill>
                  <a:srgbClr val="DC2626"/>
                </a:solidFill>
              </a:defRPr>
            </a:lvl4pPr>
            <a:lvl5pPr>
              <a:defRPr sz="2250" b="1">
                <a:solidFill>
                  <a:srgbClr val="DC2626"/>
                </a:solidFill>
              </a:defRPr>
            </a:lvl5pPr>
            <a:lvl6pPr>
              <a:defRPr sz="2250" b="1">
                <a:solidFill>
                  <a:srgbClr val="DC2626"/>
                </a:solidFill>
              </a:defRPr>
            </a:lvl6pPr>
            <a:lvl7pPr>
              <a:defRPr sz="2250" b="1">
                <a:solidFill>
                  <a:srgbClr val="DC2626"/>
                </a:solidFill>
              </a:defRPr>
            </a:lvl7pPr>
            <a:lvl8pPr>
              <a:defRPr sz="2250" b="1">
                <a:solidFill>
                  <a:srgbClr val="DC2626"/>
                </a:solidFill>
              </a:defRPr>
            </a:lvl8pPr>
            <a:lvl9pPr>
              <a:defRPr sz="2250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C2626"/>
                </a:solidFill>
              </a:defRPr>
            </a:pPr>
            <a:r>
              <a:rPr sz="2250" b="1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BB028-73A6-43FA-A9D9-A7011C8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051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75569"/>
                </a:solidFill>
              </a:defRPr>
            </a:defPPr>
            <a:lvl1pPr>
              <a:defRPr sz="1125" b="0">
                <a:solidFill>
                  <a:srgbClr val="475569"/>
                </a:solidFill>
              </a:defRPr>
            </a:lvl1pPr>
            <a:lvl2pPr>
              <a:defRPr sz="1125" b="0">
                <a:solidFill>
                  <a:srgbClr val="475569"/>
                </a:solidFill>
              </a:defRPr>
            </a:lvl2pPr>
            <a:lvl3pPr>
              <a:defRPr sz="1125" b="0">
                <a:solidFill>
                  <a:srgbClr val="475569"/>
                </a:solidFill>
              </a:defRPr>
            </a:lvl3pPr>
            <a:lvl4pPr>
              <a:defRPr sz="1125" b="0">
                <a:solidFill>
                  <a:srgbClr val="475569"/>
                </a:solidFill>
              </a:defRPr>
            </a:lvl4pPr>
            <a:lvl5pPr>
              <a:defRPr sz="1125" b="0">
                <a:solidFill>
                  <a:srgbClr val="475569"/>
                </a:solidFill>
              </a:defRPr>
            </a:lvl5pPr>
            <a:lvl6pPr>
              <a:defRPr sz="1125" b="0">
                <a:solidFill>
                  <a:srgbClr val="475569"/>
                </a:solidFill>
              </a:defRPr>
            </a:lvl6pPr>
            <a:lvl7pPr>
              <a:defRPr sz="1125" b="0">
                <a:solidFill>
                  <a:srgbClr val="475569"/>
                </a:solidFill>
              </a:defRPr>
            </a:lvl7pPr>
            <a:lvl8pPr>
              <a:defRPr sz="1125" b="0">
                <a:solidFill>
                  <a:srgbClr val="475569"/>
                </a:solidFill>
              </a:defRPr>
            </a:lvl8pPr>
            <a:lvl9pPr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안전 문제 답변</a:t>
            </a:r>
          </a:p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8.3% → 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B11BB-6A82-49A7-A13D-38C5BF1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66DD0-6D09-43CE-A793-AFA99664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25C5C-3D89-460C-BF76-5BAE000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766E"/>
                </a:solidFill>
              </a:defRPr>
            </a:defPPr>
            <a:lvl1pPr>
              <a:defRPr sz="2250" b="1">
                <a:solidFill>
                  <a:srgbClr val="0F766E"/>
                </a:solidFill>
              </a:defRPr>
            </a:lvl1pPr>
            <a:lvl2pPr>
              <a:defRPr sz="2250" b="1">
                <a:solidFill>
                  <a:srgbClr val="0F766E"/>
                </a:solidFill>
              </a:defRPr>
            </a:lvl2pPr>
            <a:lvl3pPr>
              <a:defRPr sz="2250" b="1">
                <a:solidFill>
                  <a:srgbClr val="0F766E"/>
                </a:solidFill>
              </a:defRPr>
            </a:lvl3pPr>
            <a:lvl4pPr>
              <a:defRPr sz="2250" b="1">
                <a:solidFill>
                  <a:srgbClr val="0F766E"/>
                </a:solidFill>
              </a:defRPr>
            </a:lvl4pPr>
            <a:lvl5pPr>
              <a:defRPr sz="2250" b="1">
                <a:solidFill>
                  <a:srgbClr val="0F766E"/>
                </a:solidFill>
              </a:defRPr>
            </a:lvl5pPr>
            <a:lvl6pPr>
              <a:defRPr sz="2250" b="1">
                <a:solidFill>
                  <a:srgbClr val="0F766E"/>
                </a:solidFill>
              </a:defRPr>
            </a:lvl6pPr>
            <a:lvl7pPr>
              <a:defRPr sz="2250" b="1">
                <a:solidFill>
                  <a:srgbClr val="0F766E"/>
                </a:solidFill>
              </a:defRPr>
            </a:lvl7pPr>
            <a:lvl8pPr>
              <a:defRPr sz="2250" b="1">
                <a:solidFill>
                  <a:srgbClr val="0F766E"/>
                </a:solidFill>
              </a:defRPr>
            </a:lvl8pPr>
            <a:lvl9pPr>
              <a:defRPr sz="22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97.5%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0BEFB-6D49-4571-A6B9-06FFFD1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75569"/>
                </a:solidFill>
              </a:defRPr>
            </a:defPPr>
            <a:lvl1pPr>
              <a:defRPr sz="1125" b="0">
                <a:solidFill>
                  <a:srgbClr val="475569"/>
                </a:solidFill>
              </a:defRPr>
            </a:lvl1pPr>
            <a:lvl2pPr>
              <a:defRPr sz="1125" b="0">
                <a:solidFill>
                  <a:srgbClr val="475569"/>
                </a:solidFill>
              </a:defRPr>
            </a:lvl2pPr>
            <a:lvl3pPr>
              <a:defRPr sz="1125" b="0">
                <a:solidFill>
                  <a:srgbClr val="475569"/>
                </a:solidFill>
              </a:defRPr>
            </a:lvl3pPr>
            <a:lvl4pPr>
              <a:defRPr sz="1125" b="0">
                <a:solidFill>
                  <a:srgbClr val="475569"/>
                </a:solidFill>
              </a:defRPr>
            </a:lvl4pPr>
            <a:lvl5pPr>
              <a:defRPr sz="1125" b="0">
                <a:solidFill>
                  <a:srgbClr val="475569"/>
                </a:solidFill>
              </a:defRPr>
            </a:lvl5pPr>
            <a:lvl6pPr>
              <a:defRPr sz="1125" b="0">
                <a:solidFill>
                  <a:srgbClr val="475569"/>
                </a:solidFill>
              </a:defRPr>
            </a:lvl6pPr>
            <a:lvl7pPr>
              <a:defRPr sz="1125" b="0">
                <a:solidFill>
                  <a:srgbClr val="475569"/>
                </a:solidFill>
              </a:defRPr>
            </a:lvl7pPr>
            <a:lvl8pPr>
              <a:defRPr sz="1125" b="0">
                <a:solidFill>
                  <a:srgbClr val="475569"/>
                </a:solidFill>
              </a:defRPr>
            </a:lvl8pPr>
            <a:lvl9pPr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서비스 메시지 처리</a:t>
            </a:r>
          </a:p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57.5% → 97.5%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AD6CC-CF97-4EAE-9DD7-E24FF716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FE075-E623-4DA9-9F15-666DD11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C5A52-F3F1-4134-B422-9339082C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97706"/>
                </a:solidFill>
              </a:defRPr>
            </a:defPPr>
            <a:lvl1pPr>
              <a:defRPr sz="2250" b="1">
                <a:solidFill>
                  <a:srgbClr val="D97706"/>
                </a:solidFill>
              </a:defRPr>
            </a:lvl1pPr>
            <a:lvl2pPr>
              <a:defRPr sz="2250" b="1">
                <a:solidFill>
                  <a:srgbClr val="D97706"/>
                </a:solidFill>
              </a:defRPr>
            </a:lvl2pPr>
            <a:lvl3pPr>
              <a:defRPr sz="2250" b="1">
                <a:solidFill>
                  <a:srgbClr val="D97706"/>
                </a:solidFill>
              </a:defRPr>
            </a:lvl3pPr>
            <a:lvl4pPr>
              <a:defRPr sz="2250" b="1">
                <a:solidFill>
                  <a:srgbClr val="D97706"/>
                </a:solidFill>
              </a:defRPr>
            </a:lvl4pPr>
            <a:lvl5pPr>
              <a:defRPr sz="2250" b="1">
                <a:solidFill>
                  <a:srgbClr val="D97706"/>
                </a:solidFill>
              </a:defRPr>
            </a:lvl5pPr>
            <a:lvl6pPr>
              <a:defRPr sz="2250" b="1">
                <a:solidFill>
                  <a:srgbClr val="D97706"/>
                </a:solidFill>
              </a:defRPr>
            </a:lvl6pPr>
            <a:lvl7pPr>
              <a:defRPr sz="2250" b="1">
                <a:solidFill>
                  <a:srgbClr val="D97706"/>
                </a:solidFill>
              </a:defRPr>
            </a:lvl7pPr>
            <a:lvl8pPr>
              <a:defRPr sz="2250" b="1">
                <a:solidFill>
                  <a:srgbClr val="D97706"/>
                </a:solidFill>
              </a:defRPr>
            </a:lvl8pPr>
            <a:lvl9pPr>
              <a:defRPr sz="2250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18.2초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92357-0308-47D0-ABB7-41B2CF9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75569"/>
                </a:solidFill>
              </a:defRPr>
            </a:defPPr>
            <a:lvl1pPr>
              <a:defRPr sz="1125" b="0">
                <a:solidFill>
                  <a:srgbClr val="475569"/>
                </a:solidFill>
              </a:defRPr>
            </a:lvl1pPr>
            <a:lvl2pPr>
              <a:defRPr sz="1125" b="0">
                <a:solidFill>
                  <a:srgbClr val="475569"/>
                </a:solidFill>
              </a:defRPr>
            </a:lvl2pPr>
            <a:lvl3pPr>
              <a:defRPr sz="1125" b="0">
                <a:solidFill>
                  <a:srgbClr val="475569"/>
                </a:solidFill>
              </a:defRPr>
            </a:lvl3pPr>
            <a:lvl4pPr>
              <a:defRPr sz="1125" b="0">
                <a:solidFill>
                  <a:srgbClr val="475569"/>
                </a:solidFill>
              </a:defRPr>
            </a:lvl4pPr>
            <a:lvl5pPr>
              <a:defRPr sz="1125" b="0">
                <a:solidFill>
                  <a:srgbClr val="475569"/>
                </a:solidFill>
              </a:defRPr>
            </a:lvl5pPr>
            <a:lvl6pPr>
              <a:defRPr sz="1125" b="0">
                <a:solidFill>
                  <a:srgbClr val="475569"/>
                </a:solidFill>
              </a:defRPr>
            </a:lvl6pPr>
            <a:lvl7pPr>
              <a:defRPr sz="1125" b="0">
                <a:solidFill>
                  <a:srgbClr val="475569"/>
                </a:solidFill>
              </a:defRPr>
            </a:lvl7pPr>
            <a:lvl8pPr>
              <a:defRPr sz="1125" b="0">
                <a:solidFill>
                  <a:srgbClr val="475569"/>
                </a:solidFill>
              </a:defRPr>
            </a:lvl8pPr>
            <a:lvl9pPr>
              <a:defRPr sz="1125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건강 질문 평균 시간</a:t>
            </a:r>
          </a:p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4.1초 → 18.2초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B94A9-233D-434E-8D7B-F91CC938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172A"/>
                </a:solidFill>
              </a:defRPr>
            </a:defPPr>
            <a:lvl1pPr>
              <a:defRPr sz="1725" b="1">
                <a:solidFill>
                  <a:srgbClr val="0F172A"/>
                </a:solidFill>
              </a:defRPr>
            </a:lvl1pPr>
            <a:lvl2pPr>
              <a:defRPr sz="1725" b="1">
                <a:solidFill>
                  <a:srgbClr val="0F172A"/>
                </a:solidFill>
              </a:defRPr>
            </a:lvl2pPr>
            <a:lvl3pPr>
              <a:defRPr sz="1725" b="1">
                <a:solidFill>
                  <a:srgbClr val="0F172A"/>
                </a:solidFill>
              </a:defRPr>
            </a:lvl3pPr>
            <a:lvl4pPr>
              <a:defRPr sz="1725" b="1">
                <a:solidFill>
                  <a:srgbClr val="0F172A"/>
                </a:solidFill>
              </a:defRPr>
            </a:lvl4pPr>
            <a:lvl5pPr>
              <a:defRPr sz="1725" b="1">
                <a:solidFill>
                  <a:srgbClr val="0F172A"/>
                </a:solidFill>
              </a:defRPr>
            </a:lvl5pPr>
            <a:lvl6pPr>
              <a:defRPr sz="1725" b="1">
                <a:solidFill>
                  <a:srgbClr val="0F172A"/>
                </a:solidFill>
              </a:defRPr>
            </a:lvl6pPr>
            <a:lvl7pPr>
              <a:defRPr sz="1725" b="1">
                <a:solidFill>
                  <a:srgbClr val="0F172A"/>
                </a:solidFill>
              </a:defRPr>
            </a:lvl7pPr>
            <a:lvl8pPr>
              <a:defRPr sz="1725" b="1">
                <a:solidFill>
                  <a:srgbClr val="0F172A"/>
                </a:solidFill>
              </a:defRPr>
            </a:lvl8pPr>
            <a:lvl9pPr>
              <a:defRPr sz="17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무엇이 좋아졌나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7A145-2083-4645-BB93-07449D9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72745-D13B-48D5-B27F-5E8F62A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개인 건강정보를 반영한 답변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B6F2C-29CD-44AC-8FF4-78A26A2F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DA69E-0F30-43D4-902A-620C888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응급·약 변경·기록 요청을 별도 처리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63073-6A65-4D96-B435-79E7CB2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52563-A26B-441A-8343-62A51A6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근거 없는 내용을 확인하고 보류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E6391-DE4B-457F-A337-B35B6FB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172A"/>
                </a:solidFill>
              </a:defRPr>
            </a:defPPr>
            <a:lvl1pPr>
              <a:defRPr sz="1725" b="1">
                <a:solidFill>
                  <a:srgbClr val="0F172A"/>
                </a:solidFill>
              </a:defRPr>
            </a:lvl1pPr>
            <a:lvl2pPr>
              <a:defRPr sz="1725" b="1">
                <a:solidFill>
                  <a:srgbClr val="0F172A"/>
                </a:solidFill>
              </a:defRPr>
            </a:lvl2pPr>
            <a:lvl3pPr>
              <a:defRPr sz="1725" b="1">
                <a:solidFill>
                  <a:srgbClr val="0F172A"/>
                </a:solidFill>
              </a:defRPr>
            </a:lvl3pPr>
            <a:lvl4pPr>
              <a:defRPr sz="1725" b="1">
                <a:solidFill>
                  <a:srgbClr val="0F172A"/>
                </a:solidFill>
              </a:defRPr>
            </a:lvl4pPr>
            <a:lvl5pPr>
              <a:defRPr sz="1725" b="1">
                <a:solidFill>
                  <a:srgbClr val="0F172A"/>
                </a:solidFill>
              </a:defRPr>
            </a:lvl5pPr>
            <a:lvl6pPr>
              <a:defRPr sz="1725" b="1">
                <a:solidFill>
                  <a:srgbClr val="0F172A"/>
                </a:solidFill>
              </a:defRPr>
            </a:lvl6pPr>
            <a:lvl7pPr>
              <a:defRPr sz="1725" b="1">
                <a:solidFill>
                  <a:srgbClr val="0F172A"/>
                </a:solidFill>
              </a:defRPr>
            </a:lvl7pPr>
            <a:lvl8pPr>
              <a:defRPr sz="1725" b="1">
                <a:solidFill>
                  <a:srgbClr val="0F172A"/>
                </a:solidFill>
              </a:defRPr>
            </a:lvl8pPr>
            <a:lvl9pPr>
              <a:defRPr sz="17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무엇을 더 지불했나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30B6E-1D39-41EB-A264-7267FFD5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5E5FE-E368-4957-BF5E-D292DB4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검색 단계가 늘어 응답 시간 증가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1709F-1B2A-4281-849C-294F036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C0B36E-8FC2-4F22-BC93-402C92EA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건강 질문 1개당 비용 $0.0002 → $0.0032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25D56-EB68-4465-8E11-E0E65D04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7/9</a:t>
            </a:r>
          </a:p>
        </p:txBody>
      </p:sp>
    </p:spTree>
    <p:extLst>
      <p:ext uri="{BB962C8B-B14F-4D97-AF65-F5344CB8AC3E}">
        <p14:creationId xmlns:p14="http://schemas.microsoft.com/office/powerpoint/2010/main" val="405655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FC4C9-4FF5-4785-986B-E3AED38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07 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45241-C079-4A80-8D88-5598904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A"/>
                </a:solidFill>
              </a:defRPr>
            </a:defPPr>
            <a:lvl1pPr>
              <a:defRPr sz="2550" b="1">
                <a:solidFill>
                  <a:srgbClr val="0F172A"/>
                </a:solidFill>
              </a:defRPr>
            </a:lvl1pPr>
            <a:lvl2pPr>
              <a:defRPr sz="2550" b="1">
                <a:solidFill>
                  <a:srgbClr val="0F172A"/>
                </a:solidFill>
              </a:defRPr>
            </a:lvl2pPr>
            <a:lvl3pPr>
              <a:defRPr sz="2550" b="1">
                <a:solidFill>
                  <a:srgbClr val="0F172A"/>
                </a:solidFill>
              </a:defRPr>
            </a:lvl3pPr>
            <a:lvl4pPr>
              <a:defRPr sz="2550" b="1">
                <a:solidFill>
                  <a:srgbClr val="0F172A"/>
                </a:solidFill>
              </a:defRPr>
            </a:lvl4pPr>
            <a:lvl5pPr>
              <a:defRPr sz="2550" b="1">
                <a:solidFill>
                  <a:srgbClr val="0F172A"/>
                </a:solidFill>
              </a:defRPr>
            </a:lvl5pPr>
            <a:lvl6pPr>
              <a:defRPr sz="2550" b="1">
                <a:solidFill>
                  <a:srgbClr val="0F172A"/>
                </a:solidFill>
              </a:defRPr>
            </a:lvl6pPr>
            <a:lvl7pPr>
              <a:defRPr sz="2550" b="1">
                <a:solidFill>
                  <a:srgbClr val="0F172A"/>
                </a:solidFill>
              </a:defRPr>
            </a:lvl7pPr>
            <a:lvl8pPr>
              <a:defRPr sz="2550" b="1">
                <a:solidFill>
                  <a:srgbClr val="0F172A"/>
                </a:solidFill>
              </a:defRPr>
            </a:lvl8pPr>
            <a:lvl9pPr>
              <a:defRPr sz="25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품질을 유지하면서 더 빠르게 만드는 것이 다음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9DFAA-653F-4865-B258-C948B35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</a:defRPr>
            </a:defPPr>
            <a:lvl1pPr>
              <a:defRPr sz="1350" b="0">
                <a:solidFill>
                  <a:srgbClr val="475569"/>
                </a:solidFill>
              </a:defRPr>
            </a:lvl1pPr>
            <a:lvl2pPr>
              <a:defRPr sz="1350" b="0">
                <a:solidFill>
                  <a:srgbClr val="475569"/>
                </a:solidFill>
              </a:defRPr>
            </a:lvl2pPr>
            <a:lvl3pPr>
              <a:defRPr sz="1350" b="0">
                <a:solidFill>
                  <a:srgbClr val="475569"/>
                </a:solidFill>
              </a:defRPr>
            </a:lvl3pPr>
            <a:lvl4pPr>
              <a:defRPr sz="1350" b="0">
                <a:solidFill>
                  <a:srgbClr val="475569"/>
                </a:solidFill>
              </a:defRPr>
            </a:lvl4pPr>
            <a:lvl5pPr>
              <a:defRPr sz="1350" b="0">
                <a:solidFill>
                  <a:srgbClr val="475569"/>
                </a:solidFill>
              </a:defRPr>
            </a:lvl5pPr>
            <a:lvl6pPr>
              <a:defRPr sz="1350" b="0">
                <a:solidFill>
                  <a:srgbClr val="475569"/>
                </a:solidFill>
              </a:defRPr>
            </a:lvl6pPr>
            <a:lvl7pPr>
              <a:defRPr sz="1350" b="0">
                <a:solidFill>
                  <a:srgbClr val="475569"/>
                </a:solidFill>
              </a:defRPr>
            </a:lvl7pPr>
            <a:lvl8pPr>
              <a:defRPr sz="1350" b="0">
                <a:solidFill>
                  <a:srgbClr val="475569"/>
                </a:solidFill>
              </a:defRPr>
            </a:lvl8pPr>
            <a:lvl9pPr>
              <a:defRPr sz="1350" b="0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현재 결과의 범위와 남은 개선 방향을 분명히 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8DF12-A1E6-4266-A973-08ABA53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143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076CB-9E33-4E9B-93C8-9A256C0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3149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03C4C-5CD5-4245-A171-0DC20F0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C2626"/>
                </a:solidFill>
              </a:defRPr>
            </a:defPPr>
            <a:lvl1pPr>
              <a:defRPr sz="1800" b="1">
                <a:solidFill>
                  <a:srgbClr val="DC2626"/>
                </a:solidFill>
              </a:defRPr>
            </a:lvl1pPr>
            <a:lvl2pPr>
              <a:defRPr sz="1800" b="1">
                <a:solidFill>
                  <a:srgbClr val="DC2626"/>
                </a:solidFill>
              </a:defRPr>
            </a:lvl2pPr>
            <a:lvl3pPr>
              <a:defRPr sz="1800" b="1">
                <a:solidFill>
                  <a:srgbClr val="DC2626"/>
                </a:solidFill>
              </a:defRPr>
            </a:lvl3pPr>
            <a:lvl4pPr>
              <a:defRPr sz="1800" b="1">
                <a:solidFill>
                  <a:srgbClr val="DC2626"/>
                </a:solidFill>
              </a:defRPr>
            </a:lvl4pPr>
            <a:lvl5pPr>
              <a:defRPr sz="1800" b="1">
                <a:solidFill>
                  <a:srgbClr val="DC2626"/>
                </a:solidFill>
              </a:defRPr>
            </a:lvl5pPr>
            <a:lvl6pPr>
              <a:defRPr sz="1800" b="1">
                <a:solidFill>
                  <a:srgbClr val="DC2626"/>
                </a:solidFill>
              </a:defRPr>
            </a:lvl6pPr>
            <a:lvl7pPr>
              <a:defRPr sz="1800" b="1">
                <a:solidFill>
                  <a:srgbClr val="DC2626"/>
                </a:solidFill>
              </a:defRPr>
            </a:lvl7pPr>
            <a:lvl8pPr>
              <a:defRPr sz="1800" b="1">
                <a:solidFill>
                  <a:srgbClr val="DC2626"/>
                </a:solidFill>
              </a:defRPr>
            </a:lvl8pPr>
            <a:lvl9pPr>
              <a:defRPr sz="1800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현재 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7043A-C4B3-470A-A30E-7EF8CCEE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CD4ED-8193-47A7-8391-291976E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한국어 번역 후 전체 평가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47C34-86F0-40ED-8E89-1EB67C2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7A448-7921-46BA-80BF-89787C1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Claude 단일 채점·가상 사용자 10명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7E0ED-F237-44CE-B903-85C5E512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CA4E-F063-42B8-9A8C-3009A5C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single-turn, 공식 약물 정보 미연계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7AEA-F749-405E-B97F-B9E94F89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다음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EDBAE-51BB-46A5-A22D-3B6A222E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02F41-1F0C-408B-9434-6448F56E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번역 포함 100문항 재평가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81356-5030-4D90-BE77-FF889E9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1A933-09E1-4472-9ABA-9962744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검색 병렬화와 query·evidence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C799B-9CEF-4812-8EEE-429326EE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C65B9-5B45-4160-8740-8B420AC7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F172A"/>
                </a:solidFill>
              </a:defRPr>
            </a:defPPr>
            <a:lvl1pPr>
              <a:defRPr sz="1425" b="0">
                <a:solidFill>
                  <a:srgbClr val="0F172A"/>
                </a:solidFill>
              </a:defRPr>
            </a:lvl1pPr>
            <a:lvl2pPr>
              <a:defRPr sz="1425" b="0">
                <a:solidFill>
                  <a:srgbClr val="0F172A"/>
                </a:solidFill>
              </a:defRPr>
            </a:lvl2pPr>
            <a:lvl3pPr>
              <a:defRPr sz="1425" b="0">
                <a:solidFill>
                  <a:srgbClr val="0F172A"/>
                </a:solidFill>
              </a:defRPr>
            </a:lvl3pPr>
            <a:lvl4pPr>
              <a:defRPr sz="1425" b="0">
                <a:solidFill>
                  <a:srgbClr val="0F172A"/>
                </a:solidFill>
              </a:defRPr>
            </a:lvl4pPr>
            <a:lvl5pPr>
              <a:defRPr sz="1425" b="0">
                <a:solidFill>
                  <a:srgbClr val="0F172A"/>
                </a:solidFill>
              </a:defRPr>
            </a:lvl5pPr>
            <a:lvl6pPr>
              <a:defRPr sz="1425" b="0">
                <a:solidFill>
                  <a:srgbClr val="0F172A"/>
                </a:solidFill>
              </a:defRPr>
            </a:lvl6pPr>
            <a:lvl7pPr>
              <a:defRPr sz="1425" b="0">
                <a:solidFill>
                  <a:srgbClr val="0F172A"/>
                </a:solidFill>
              </a:defRPr>
            </a:lvl7pPr>
            <a:lvl8pPr>
              <a:defRPr sz="1425" b="0">
                <a:solidFill>
                  <a:srgbClr val="0F172A"/>
                </a:solidFill>
              </a:defRPr>
            </a:lvl8pPr>
            <a:lvl9pPr>
              <a:defRPr sz="1425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평가셋·의료진 검토·안전 검사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19C72-86B4-49C1-91B6-3C2617C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8/9</a:t>
            </a:r>
          </a:p>
        </p:txBody>
      </p:sp>
    </p:spTree>
    <p:extLst>
      <p:ext uri="{BB962C8B-B14F-4D97-AF65-F5344CB8AC3E}">
        <p14:creationId xmlns:p14="http://schemas.microsoft.com/office/powerpoint/2010/main" val="1345240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14F20-6C31-43A9-9A99-D166C41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4B8A6"/>
                </a:solidFill>
              </a:defRPr>
            </a:defPPr>
            <a:lvl1pPr>
              <a:defRPr sz="1200" b="1">
                <a:solidFill>
                  <a:srgbClr val="14B8A6"/>
                </a:solidFill>
              </a:defRPr>
            </a:lvl1pPr>
            <a:lvl2pPr>
              <a:defRPr sz="1200" b="1">
                <a:solidFill>
                  <a:srgbClr val="14B8A6"/>
                </a:solidFill>
              </a:defRPr>
            </a:lvl2pPr>
            <a:lvl3pPr>
              <a:defRPr sz="1200" b="1">
                <a:solidFill>
                  <a:srgbClr val="14B8A6"/>
                </a:solidFill>
              </a:defRPr>
            </a:lvl3pPr>
            <a:lvl4pPr>
              <a:defRPr sz="1200" b="1">
                <a:solidFill>
                  <a:srgbClr val="14B8A6"/>
                </a:solidFill>
              </a:defRPr>
            </a:lvl4pPr>
            <a:lvl5pPr>
              <a:defRPr sz="1200" b="1">
                <a:solidFill>
                  <a:srgbClr val="14B8A6"/>
                </a:solidFill>
              </a:defRPr>
            </a:lvl5pPr>
            <a:lvl6pPr>
              <a:defRPr sz="1200" b="1">
                <a:solidFill>
                  <a:srgbClr val="14B8A6"/>
                </a:solidFill>
              </a:defRPr>
            </a:lvl6pPr>
            <a:lvl7pPr>
              <a:defRPr sz="1200" b="1">
                <a:solidFill>
                  <a:srgbClr val="14B8A6"/>
                </a:solidFill>
              </a:defRPr>
            </a:lvl7pPr>
            <a:lvl8pPr>
              <a:defRPr sz="1200" b="1">
                <a:solidFill>
                  <a:srgbClr val="14B8A6"/>
                </a:solidFill>
              </a:defRPr>
            </a:lvl8pPr>
            <a:lvl9pPr>
              <a:defRPr sz="1200" b="1">
                <a:solidFill>
                  <a:srgbClr val="14B8A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B8A6"/>
                </a:solidFill>
              </a:defRPr>
            </a:pPr>
            <a:r>
              <a:rPr sz="1200" b="1">
                <a:solidFill>
                  <a:srgbClr val="14B8A6"/>
                </a:solidFill>
              </a:rPr>
              <a:t>08  느낀점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84366-B120-48C7-84BC-1CE12F0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</a:defRPr>
            </a:defPPr>
            <a:lvl1pPr>
              <a:defRPr sz="3000" b="1">
                <a:solidFill>
                  <a:srgbClr val="FFFFFF"/>
                </a:solidFill>
              </a:defRPr>
            </a:lvl1pPr>
            <a:lvl2pPr>
              <a:defRPr sz="3000" b="1">
                <a:solidFill>
                  <a:srgbClr val="FFFFFF"/>
                </a:solidFill>
              </a:defRPr>
            </a:lvl2pPr>
            <a:lvl3pPr>
              <a:defRPr sz="3000" b="1">
                <a:solidFill>
                  <a:srgbClr val="FFFFFF"/>
                </a:solidFill>
              </a:defRPr>
            </a:lvl3pPr>
            <a:lvl4pPr>
              <a:defRPr sz="3000" b="1">
                <a:solidFill>
                  <a:srgbClr val="FFFFFF"/>
                </a:solidFill>
              </a:defRPr>
            </a:lvl4pPr>
            <a:lvl5pPr>
              <a:defRPr sz="3000" b="1">
                <a:solidFill>
                  <a:srgbClr val="FFFFFF"/>
                </a:solidFill>
              </a:defRPr>
            </a:lvl5pPr>
            <a:lvl6pPr>
              <a:defRPr sz="3000" b="1">
                <a:solidFill>
                  <a:srgbClr val="FFFFFF"/>
                </a:solidFill>
              </a:defRPr>
            </a:lvl6pPr>
            <a:lvl7pPr>
              <a:defRPr sz="3000" b="1">
                <a:solidFill>
                  <a:srgbClr val="FFFFFF"/>
                </a:solidFill>
              </a:defRPr>
            </a:lvl7pPr>
            <a:lvl8pPr>
              <a:defRPr sz="3000" b="1">
                <a:solidFill>
                  <a:srgbClr val="FFFFFF"/>
                </a:solidFill>
              </a:defRPr>
            </a:lvl8pPr>
            <a:lvl9pPr>
              <a:defRPr sz="3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좋은 답변보다 먼저,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안전한 처리 흐름을 설계해야 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7186-C93E-41CC-85F4-E5850E8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BD5E1"/>
                </a:solidFill>
              </a:defRPr>
            </a:defPPr>
            <a:lvl1pPr>
              <a:defRPr sz="1725" b="0">
                <a:solidFill>
                  <a:srgbClr val="CBD5E1"/>
                </a:solidFill>
              </a:defRPr>
            </a:lvl1pPr>
            <a:lvl2pPr>
              <a:defRPr sz="1725" b="0">
                <a:solidFill>
                  <a:srgbClr val="CBD5E1"/>
                </a:solidFill>
              </a:defRPr>
            </a:lvl2pPr>
            <a:lvl3pPr>
              <a:defRPr sz="1725" b="0">
                <a:solidFill>
                  <a:srgbClr val="CBD5E1"/>
                </a:solidFill>
              </a:defRPr>
            </a:lvl3pPr>
            <a:lvl4pPr>
              <a:defRPr sz="1725" b="0">
                <a:solidFill>
                  <a:srgbClr val="CBD5E1"/>
                </a:solidFill>
              </a:defRPr>
            </a:lvl4pPr>
            <a:lvl5pPr>
              <a:defRPr sz="1725" b="0">
                <a:solidFill>
                  <a:srgbClr val="CBD5E1"/>
                </a:solidFill>
              </a:defRPr>
            </a:lvl5pPr>
            <a:lvl6pPr>
              <a:defRPr sz="1725" b="0">
                <a:solidFill>
                  <a:srgbClr val="CBD5E1"/>
                </a:solidFill>
              </a:defRPr>
            </a:lvl6pPr>
            <a:lvl7pPr>
              <a:defRPr sz="1725" b="0">
                <a:solidFill>
                  <a:srgbClr val="CBD5E1"/>
                </a:solidFill>
              </a:defRPr>
            </a:lvl7pPr>
            <a:lvl8pPr>
              <a:defRPr sz="1725" b="0">
                <a:solidFill>
                  <a:srgbClr val="CBD5E1"/>
                </a:solidFill>
              </a:defRPr>
            </a:lvl8pPr>
            <a:lvl9pPr>
              <a:defRPr sz="17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Multi-Agent는 Agent를 많이 붙이는 것이 아니라,</a:t>
            </a:r>
          </a:p>
          <a:p xmlns:a="http://schemas.openxmlformats.org/drawingml/2006/main">
            <a:pPr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요청에 필요한 역할을 나누고 안전하게 연결하는 구조라는 점을 배웠습니다.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1B1AB-EE9C-4A75-B06C-7AF956EF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B8A6"/>
                </a:solidFill>
              </a:defRPr>
            </a:defPPr>
            <a:lvl1pPr>
              <a:defRPr sz="1650" b="1">
                <a:solidFill>
                  <a:srgbClr val="14B8A6"/>
                </a:solidFill>
              </a:defRPr>
            </a:lvl1pPr>
            <a:lvl2pPr>
              <a:defRPr sz="1650" b="1">
                <a:solidFill>
                  <a:srgbClr val="14B8A6"/>
                </a:solidFill>
              </a:defRPr>
            </a:lvl2pPr>
            <a:lvl3pPr>
              <a:defRPr sz="1650" b="1">
                <a:solidFill>
                  <a:srgbClr val="14B8A6"/>
                </a:solidFill>
              </a:defRPr>
            </a:lvl3pPr>
            <a:lvl4pPr>
              <a:defRPr sz="1650" b="1">
                <a:solidFill>
                  <a:srgbClr val="14B8A6"/>
                </a:solidFill>
              </a:defRPr>
            </a:lvl4pPr>
            <a:lvl5pPr>
              <a:defRPr sz="1650" b="1">
                <a:solidFill>
                  <a:srgbClr val="14B8A6"/>
                </a:solidFill>
              </a:defRPr>
            </a:lvl5pPr>
            <a:lvl6pPr>
              <a:defRPr sz="1650" b="1">
                <a:solidFill>
                  <a:srgbClr val="14B8A6"/>
                </a:solidFill>
              </a:defRPr>
            </a:lvl6pPr>
            <a:lvl7pPr>
              <a:defRPr sz="1650" b="1">
                <a:solidFill>
                  <a:srgbClr val="14B8A6"/>
                </a:solidFill>
              </a:defRPr>
            </a:lvl7pPr>
            <a:lvl8pPr>
              <a:defRPr sz="1650" b="1">
                <a:solidFill>
                  <a:srgbClr val="14B8A6"/>
                </a:solidFill>
              </a:defRPr>
            </a:lvl8pPr>
            <a:lvl9pPr>
              <a:defRPr sz="1650" b="1">
                <a:solidFill>
                  <a:srgbClr val="14B8A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다음 목표: 품질과 안전성을 유지하면서 응답 시간과 비용 줄이기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16229-28A0-4612-9C71-4D68700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4A3B8"/>
                </a:solidFill>
              </a:defRPr>
            </a:defPPr>
            <a:lvl1pPr>
              <a:defRPr sz="1050" b="0">
                <a:solidFill>
                  <a:srgbClr val="94A3B8"/>
                </a:solidFill>
              </a:defRPr>
            </a:lvl1pPr>
            <a:lvl2pPr>
              <a:defRPr sz="1050" b="0">
                <a:solidFill>
                  <a:srgbClr val="94A3B8"/>
                </a:solidFill>
              </a:defRPr>
            </a:lvl2pPr>
            <a:lvl3pPr>
              <a:defRPr sz="1050" b="0">
                <a:solidFill>
                  <a:srgbClr val="94A3B8"/>
                </a:solidFill>
              </a:defRPr>
            </a:lvl3pPr>
            <a:lvl4pPr>
              <a:defRPr sz="1050" b="0">
                <a:solidFill>
                  <a:srgbClr val="94A3B8"/>
                </a:solidFill>
              </a:defRPr>
            </a:lvl4pPr>
            <a:lvl5pPr>
              <a:defRPr sz="1050" b="0">
                <a:solidFill>
                  <a:srgbClr val="94A3B8"/>
                </a:solidFill>
              </a:defRPr>
            </a:lvl5pPr>
            <a:lvl6pPr>
              <a:defRPr sz="1050" b="0">
                <a:solidFill>
                  <a:srgbClr val="94A3B8"/>
                </a:solidFill>
              </a:defRPr>
            </a:lvl6pPr>
            <a:lvl7pPr>
              <a:defRPr sz="1050" b="0">
                <a:solidFill>
                  <a:srgbClr val="94A3B8"/>
                </a:solidFill>
              </a:defRPr>
            </a:lvl7pPr>
            <a:lvl8pPr>
              <a:defRPr sz="1050" b="0">
                <a:solidFill>
                  <a:srgbClr val="94A3B8"/>
                </a:solidFill>
              </a:defRPr>
            </a:lvl8pPr>
            <a:lvl9pPr>
              <a:defRPr sz="1050" b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GitHub  ·  github.com/sihunwang-skala/health-coach-multi-agent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20FC-90F7-4131-B428-BB16289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  <a:lvl1pPr>
              <a:defRPr sz="825" b="0">
                <a:solidFill>
                  <a:srgbClr val="64748B"/>
                </a:solidFill>
              </a:defRPr>
            </a:lvl1pPr>
            <a:lvl2pPr>
              <a:defRPr sz="825" b="0">
                <a:solidFill>
                  <a:srgbClr val="64748B"/>
                </a:solidFill>
              </a:defRPr>
            </a:lvl2pPr>
            <a:lvl3pPr>
              <a:defRPr sz="825" b="0">
                <a:solidFill>
                  <a:srgbClr val="64748B"/>
                </a:solidFill>
              </a:defRPr>
            </a:lvl3pPr>
            <a:lvl4pPr>
              <a:defRPr sz="825" b="0">
                <a:solidFill>
                  <a:srgbClr val="64748B"/>
                </a:solidFill>
              </a:defRPr>
            </a:lvl4pPr>
            <a:lvl5pPr>
              <a:defRPr sz="825" b="0">
                <a:solidFill>
                  <a:srgbClr val="64748B"/>
                </a:solidFill>
              </a:defRPr>
            </a:lvl5pPr>
            <a:lvl6pPr>
              <a:defRPr sz="825" b="0">
                <a:solidFill>
                  <a:srgbClr val="64748B"/>
                </a:solidFill>
              </a:defRPr>
            </a:lvl6pPr>
            <a:lvl7pPr>
              <a:defRPr sz="825" b="0">
                <a:solidFill>
                  <a:srgbClr val="64748B"/>
                </a:solidFill>
              </a:defRPr>
            </a:lvl7pPr>
            <a:lvl8pPr>
              <a:defRPr sz="825" b="0">
                <a:solidFill>
                  <a:srgbClr val="64748B"/>
                </a:solidFill>
              </a:defRPr>
            </a:lvl8pPr>
            <a:lvl9pPr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health-coach-multi-agent  ·  9/9</a:t>
            </a:r>
          </a:p>
        </p:txBody>
      </p:sp>
    </p:spTree>
    <p:extLst>
      <p:ext uri="{BB962C8B-B14F-4D97-AF65-F5344CB8AC3E}">
        <p14:creationId xmlns:p14="http://schemas.microsoft.com/office/powerpoint/2010/main" val="115188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2026-10-22T05:31:13.7810000Z</dcterms:created>
  <dcterms:modified xsi:type="dcterms:W3CDTF">2026-10-22T05:31:13.7810000Z</dcterms:modified>
</coreProperties>
</file>